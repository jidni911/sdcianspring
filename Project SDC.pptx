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339" r:id="rId17"/>
    <p:sldId id="271" r:id="rId18"/>
    <p:sldId id="272" r:id="rId19"/>
    <p:sldId id="273" r:id="rId20"/>
    <p:sldId id="274" r:id="rId21"/>
    <p:sldId id="275" r:id="rId22"/>
    <p:sldId id="276" r:id="rId23"/>
    <p:sldId id="277" r:id="rId24"/>
    <p:sldId id="278" r:id="rId25"/>
    <p:sldId id="279" r:id="rId26"/>
    <p:sldId id="340" r:id="rId27"/>
    <p:sldId id="280" r:id="rId28"/>
    <p:sldId id="281" r:id="rId29"/>
    <p:sldId id="282" r:id="rId30"/>
    <p:sldId id="283" r:id="rId31"/>
    <p:sldId id="284" r:id="rId32"/>
    <p:sldId id="285" r:id="rId33"/>
    <p:sldId id="286" r:id="rId34"/>
    <p:sldId id="341" r:id="rId35"/>
    <p:sldId id="287" r:id="rId36"/>
    <p:sldId id="288" r:id="rId37"/>
    <p:sldId id="289" r:id="rId38"/>
    <p:sldId id="290" r:id="rId39"/>
    <p:sldId id="291" r:id="rId40"/>
    <p:sldId id="292" r:id="rId41"/>
    <p:sldId id="342" r:id="rId42"/>
    <p:sldId id="293" r:id="rId43"/>
    <p:sldId id="294" r:id="rId44"/>
    <p:sldId id="295" r:id="rId45"/>
    <p:sldId id="296" r:id="rId46"/>
    <p:sldId id="297" r:id="rId47"/>
    <p:sldId id="298" r:id="rId48"/>
    <p:sldId id="343" r:id="rId49"/>
    <p:sldId id="299" r:id="rId50"/>
    <p:sldId id="300" r:id="rId51"/>
    <p:sldId id="301" r:id="rId52"/>
    <p:sldId id="302" r:id="rId53"/>
    <p:sldId id="303" r:id="rId54"/>
    <p:sldId id="304" r:id="rId55"/>
    <p:sldId id="344" r:id="rId56"/>
    <p:sldId id="305" r:id="rId57"/>
    <p:sldId id="306" r:id="rId58"/>
    <p:sldId id="307" r:id="rId59"/>
    <p:sldId id="308" r:id="rId60"/>
    <p:sldId id="309" r:id="rId61"/>
    <p:sldId id="310" r:id="rId62"/>
    <p:sldId id="311" r:id="rId63"/>
    <p:sldId id="345" r:id="rId64"/>
    <p:sldId id="312" r:id="rId65"/>
    <p:sldId id="313" r:id="rId66"/>
    <p:sldId id="314" r:id="rId67"/>
    <p:sldId id="315" r:id="rId68"/>
    <p:sldId id="316" r:id="rId69"/>
    <p:sldId id="317" r:id="rId70"/>
    <p:sldId id="318" r:id="rId71"/>
    <p:sldId id="319" r:id="rId72"/>
    <p:sldId id="346" r:id="rId73"/>
    <p:sldId id="320" r:id="rId74"/>
    <p:sldId id="321" r:id="rId75"/>
    <p:sldId id="322" r:id="rId76"/>
    <p:sldId id="323" r:id="rId77"/>
    <p:sldId id="347" r:id="rId78"/>
    <p:sldId id="324" r:id="rId79"/>
    <p:sldId id="325" r:id="rId80"/>
    <p:sldId id="326" r:id="rId81"/>
    <p:sldId id="327" r:id="rId82"/>
    <p:sldId id="328" r:id="rId83"/>
    <p:sldId id="329" r:id="rId84"/>
    <p:sldId id="348" r:id="rId85"/>
    <p:sldId id="330" r:id="rId86"/>
    <p:sldId id="331" r:id="rId87"/>
    <p:sldId id="332" r:id="rId88"/>
    <p:sldId id="333" r:id="rId89"/>
    <p:sldId id="334" r:id="rId90"/>
    <p:sldId id="349" r:id="rId91"/>
    <p:sldId id="335" r:id="rId92"/>
    <p:sldId id="336" r:id="rId93"/>
    <p:sldId id="337" r:id="rId94"/>
    <p:sldId id="338" r:id="rId9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3FDBACB-37CC-47D4-B7F1-CFD3A29BCE1D}"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92F349-39A7-4926-A4AB-A0EC1FFE8D93}" type="slidenum">
              <a:rPr lang="en-US" smtClean="0"/>
              <a:t>‹#›</a:t>
            </a:fld>
            <a:endParaRPr lang="en-US"/>
          </a:p>
        </p:txBody>
      </p:sp>
    </p:spTree>
    <p:extLst>
      <p:ext uri="{BB962C8B-B14F-4D97-AF65-F5344CB8AC3E}">
        <p14:creationId xmlns:p14="http://schemas.microsoft.com/office/powerpoint/2010/main" val="453849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FDBACB-37CC-47D4-B7F1-CFD3A29BCE1D}"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92F349-39A7-4926-A4AB-A0EC1FFE8D93}" type="slidenum">
              <a:rPr lang="en-US" smtClean="0"/>
              <a:t>‹#›</a:t>
            </a:fld>
            <a:endParaRPr lang="en-US"/>
          </a:p>
        </p:txBody>
      </p:sp>
    </p:spTree>
    <p:extLst>
      <p:ext uri="{BB962C8B-B14F-4D97-AF65-F5344CB8AC3E}">
        <p14:creationId xmlns:p14="http://schemas.microsoft.com/office/powerpoint/2010/main" val="3730066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FDBACB-37CC-47D4-B7F1-CFD3A29BCE1D}"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92F349-39A7-4926-A4AB-A0EC1FFE8D93}" type="slidenum">
              <a:rPr lang="en-US" smtClean="0"/>
              <a:t>‹#›</a:t>
            </a:fld>
            <a:endParaRPr lang="en-US"/>
          </a:p>
        </p:txBody>
      </p:sp>
    </p:spTree>
    <p:extLst>
      <p:ext uri="{BB962C8B-B14F-4D97-AF65-F5344CB8AC3E}">
        <p14:creationId xmlns:p14="http://schemas.microsoft.com/office/powerpoint/2010/main" val="2617992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FDBACB-37CC-47D4-B7F1-CFD3A29BCE1D}" type="datetimeFigureOut">
              <a:rPr lang="en-US" smtClean="0"/>
              <a:t>29-Jan-25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92F349-39A7-4926-A4AB-A0EC1FFE8D93}" type="slidenum">
              <a:rPr lang="en-US" smtClean="0"/>
              <a:t>‹#›</a:t>
            </a:fld>
            <a:endParaRPr lang="en-US"/>
          </a:p>
        </p:txBody>
      </p:sp>
    </p:spTree>
    <p:extLst>
      <p:ext uri="{BB962C8B-B14F-4D97-AF65-F5344CB8AC3E}">
        <p14:creationId xmlns:p14="http://schemas.microsoft.com/office/powerpoint/2010/main" val="1946441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FDBACB-37CC-47D4-B7F1-CFD3A29BCE1D}" type="datetimeFigureOut">
              <a:rPr lang="en-US" smtClean="0"/>
              <a:t>29-Jan-25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92F349-39A7-4926-A4AB-A0EC1FFE8D93}" type="slidenum">
              <a:rPr lang="en-US" smtClean="0"/>
              <a:t>‹#›</a:t>
            </a:fld>
            <a:endParaRPr lang="en-US"/>
          </a:p>
        </p:txBody>
      </p:sp>
    </p:spTree>
    <p:extLst>
      <p:ext uri="{BB962C8B-B14F-4D97-AF65-F5344CB8AC3E}">
        <p14:creationId xmlns:p14="http://schemas.microsoft.com/office/powerpoint/2010/main" val="1101802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3FDBACB-37CC-47D4-B7F1-CFD3A29BCE1D}" type="datetimeFigureOut">
              <a:rPr lang="en-US" smtClean="0"/>
              <a:t>29-Jan-25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92F349-39A7-4926-A4AB-A0EC1FFE8D93}" type="slidenum">
              <a:rPr lang="en-US" smtClean="0"/>
              <a:t>‹#›</a:t>
            </a:fld>
            <a:endParaRPr lang="en-US"/>
          </a:p>
        </p:txBody>
      </p:sp>
    </p:spTree>
    <p:extLst>
      <p:ext uri="{BB962C8B-B14F-4D97-AF65-F5344CB8AC3E}">
        <p14:creationId xmlns:p14="http://schemas.microsoft.com/office/powerpoint/2010/main" val="3520778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FDBACB-37CC-47D4-B7F1-CFD3A29BCE1D}" type="datetimeFigureOut">
              <a:rPr lang="en-US" smtClean="0"/>
              <a:t>29-Jan-25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92F349-39A7-4926-A4AB-A0EC1FFE8D93}" type="slidenum">
              <a:rPr lang="en-US" smtClean="0"/>
              <a:t>‹#›</a:t>
            </a:fld>
            <a:endParaRPr lang="en-US"/>
          </a:p>
        </p:txBody>
      </p:sp>
    </p:spTree>
    <p:extLst>
      <p:ext uri="{BB962C8B-B14F-4D97-AF65-F5344CB8AC3E}">
        <p14:creationId xmlns:p14="http://schemas.microsoft.com/office/powerpoint/2010/main" val="925075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FDBACB-37CC-47D4-B7F1-CFD3A29BCE1D}" type="datetimeFigureOut">
              <a:rPr lang="en-US" smtClean="0"/>
              <a:t>29-Jan-25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92F349-39A7-4926-A4AB-A0EC1FFE8D93}" type="slidenum">
              <a:rPr lang="en-US" smtClean="0"/>
              <a:t>‹#›</a:t>
            </a:fld>
            <a:endParaRPr lang="en-US"/>
          </a:p>
        </p:txBody>
      </p:sp>
    </p:spTree>
    <p:extLst>
      <p:ext uri="{BB962C8B-B14F-4D97-AF65-F5344CB8AC3E}">
        <p14:creationId xmlns:p14="http://schemas.microsoft.com/office/powerpoint/2010/main" val="1136040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FDBACB-37CC-47D4-B7F1-CFD3A29BCE1D}" type="datetimeFigureOut">
              <a:rPr lang="en-US" smtClean="0"/>
              <a:t>29-Jan-25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92F349-39A7-4926-A4AB-A0EC1FFE8D93}" type="slidenum">
              <a:rPr lang="en-US" smtClean="0"/>
              <a:t>‹#›</a:t>
            </a:fld>
            <a:endParaRPr lang="en-US"/>
          </a:p>
        </p:txBody>
      </p:sp>
    </p:spTree>
    <p:extLst>
      <p:ext uri="{BB962C8B-B14F-4D97-AF65-F5344CB8AC3E}">
        <p14:creationId xmlns:p14="http://schemas.microsoft.com/office/powerpoint/2010/main" val="1196968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FDBACB-37CC-47D4-B7F1-CFD3A29BCE1D}"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92F349-39A7-4926-A4AB-A0EC1FFE8D93}" type="slidenum">
              <a:rPr lang="en-US" smtClean="0"/>
              <a:t>‹#›</a:t>
            </a:fld>
            <a:endParaRPr lang="en-US"/>
          </a:p>
        </p:txBody>
      </p:sp>
    </p:spTree>
    <p:extLst>
      <p:ext uri="{BB962C8B-B14F-4D97-AF65-F5344CB8AC3E}">
        <p14:creationId xmlns:p14="http://schemas.microsoft.com/office/powerpoint/2010/main" val="2693704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FDBACB-37CC-47D4-B7F1-CFD3A29BCE1D}"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92F349-39A7-4926-A4AB-A0EC1FFE8D9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47389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FDBACB-37CC-47D4-B7F1-CFD3A29BCE1D}"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92F349-39A7-4926-A4AB-A0EC1FFE8D93}" type="slidenum">
              <a:rPr lang="en-US" smtClean="0"/>
              <a:t>‹#›</a:t>
            </a:fld>
            <a:endParaRPr lang="en-US"/>
          </a:p>
        </p:txBody>
      </p:sp>
    </p:spTree>
    <p:extLst>
      <p:ext uri="{BB962C8B-B14F-4D97-AF65-F5344CB8AC3E}">
        <p14:creationId xmlns:p14="http://schemas.microsoft.com/office/powerpoint/2010/main" val="1836355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FDBACB-37CC-47D4-B7F1-CFD3A29BCE1D}"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92F349-39A7-4926-A4AB-A0EC1FFE8D9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533890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FDBACB-37CC-47D4-B7F1-CFD3A29BCE1D}"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92F349-39A7-4926-A4AB-A0EC1FFE8D93}" type="slidenum">
              <a:rPr lang="en-US" smtClean="0"/>
              <a:t>‹#›</a:t>
            </a:fld>
            <a:endParaRPr lang="en-US"/>
          </a:p>
        </p:txBody>
      </p:sp>
    </p:spTree>
    <p:extLst>
      <p:ext uri="{BB962C8B-B14F-4D97-AF65-F5344CB8AC3E}">
        <p14:creationId xmlns:p14="http://schemas.microsoft.com/office/powerpoint/2010/main" val="34887370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FDBACB-37CC-47D4-B7F1-CFD3A29BCE1D}"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92F349-39A7-4926-A4AB-A0EC1FFE8D93}" type="slidenum">
              <a:rPr lang="en-US" smtClean="0"/>
              <a:t>‹#›</a:t>
            </a:fld>
            <a:endParaRPr lang="en-US"/>
          </a:p>
        </p:txBody>
      </p:sp>
    </p:spTree>
    <p:extLst>
      <p:ext uri="{BB962C8B-B14F-4D97-AF65-F5344CB8AC3E}">
        <p14:creationId xmlns:p14="http://schemas.microsoft.com/office/powerpoint/2010/main" val="2177945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FDBACB-37CC-47D4-B7F1-CFD3A29BCE1D}"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92F349-39A7-4926-A4AB-A0EC1FFE8D93}" type="slidenum">
              <a:rPr lang="en-US" smtClean="0"/>
              <a:t>‹#›</a:t>
            </a:fld>
            <a:endParaRPr lang="en-US"/>
          </a:p>
        </p:txBody>
      </p:sp>
    </p:spTree>
    <p:extLst>
      <p:ext uri="{BB962C8B-B14F-4D97-AF65-F5344CB8AC3E}">
        <p14:creationId xmlns:p14="http://schemas.microsoft.com/office/powerpoint/2010/main" val="6610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3FDBACB-37CC-47D4-B7F1-CFD3A29BCE1D}" type="datetimeFigureOut">
              <a:rPr lang="en-US" smtClean="0"/>
              <a:t>29-Jan-25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A92F349-39A7-4926-A4AB-A0EC1FFE8D93}" type="slidenum">
              <a:rPr lang="en-US" smtClean="0"/>
              <a:t>‹#›</a:t>
            </a:fld>
            <a:endParaRPr lang="en-US"/>
          </a:p>
        </p:txBody>
      </p:sp>
    </p:spTree>
    <p:extLst>
      <p:ext uri="{BB962C8B-B14F-4D97-AF65-F5344CB8AC3E}">
        <p14:creationId xmlns:p14="http://schemas.microsoft.com/office/powerpoint/2010/main" val="338812556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1E87-8A72-D651-636E-A2A2B8112369}"/>
              </a:ext>
            </a:extLst>
          </p:cNvPr>
          <p:cNvSpPr>
            <a:spLocks noGrp="1"/>
          </p:cNvSpPr>
          <p:nvPr>
            <p:ph type="ctrTitle"/>
          </p:nvPr>
        </p:nvSpPr>
        <p:spPr/>
        <p:txBody>
          <a:bodyPr/>
          <a:lstStyle/>
          <a:p>
            <a:r>
              <a:rPr lang="en-US" dirty="0"/>
              <a:t>Project SDC</a:t>
            </a:r>
          </a:p>
        </p:txBody>
      </p:sp>
      <p:sp>
        <p:nvSpPr>
          <p:cNvPr id="3" name="Subtitle 2">
            <a:extLst>
              <a:ext uri="{FF2B5EF4-FFF2-40B4-BE49-F238E27FC236}">
                <a16:creationId xmlns:a16="http://schemas.microsoft.com/office/drawing/2014/main" id="{E4545E2F-C2A3-1BD0-ACD7-67705312D8C7}"/>
              </a:ext>
            </a:extLst>
          </p:cNvPr>
          <p:cNvSpPr>
            <a:spLocks noGrp="1"/>
          </p:cNvSpPr>
          <p:nvPr>
            <p:ph type="subTitle" idx="1"/>
          </p:nvPr>
        </p:nvSpPr>
        <p:spPr/>
        <p:txBody>
          <a:bodyPr/>
          <a:lstStyle/>
          <a:p>
            <a:r>
              <a:rPr lang="en-US" dirty="0"/>
              <a:t>Multi service full stack web app with Angular, Spring and MySQL</a:t>
            </a:r>
          </a:p>
        </p:txBody>
      </p:sp>
    </p:spTree>
    <p:extLst>
      <p:ext uri="{BB962C8B-B14F-4D97-AF65-F5344CB8AC3E}">
        <p14:creationId xmlns:p14="http://schemas.microsoft.com/office/powerpoint/2010/main" val="3314304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2F934-779A-48B3-B479-6DB7C76DDC32}"/>
              </a:ext>
            </a:extLst>
          </p:cNvPr>
          <p:cNvSpPr>
            <a:spLocks noGrp="1"/>
          </p:cNvSpPr>
          <p:nvPr>
            <p:ph type="title"/>
          </p:nvPr>
        </p:nvSpPr>
        <p:spPr/>
        <p:txBody>
          <a:bodyPr/>
          <a:lstStyle/>
          <a:p>
            <a:r>
              <a:rPr lang="en-US" dirty="0"/>
              <a:t>Our Aim:</a:t>
            </a:r>
            <a:br>
              <a:rPr lang="en-US" dirty="0"/>
            </a:br>
            <a:r>
              <a:rPr lang="en-US" dirty="0"/>
              <a:t>(for cyclists)</a:t>
            </a:r>
          </a:p>
        </p:txBody>
      </p:sp>
      <p:sp>
        <p:nvSpPr>
          <p:cNvPr id="3" name="Content Placeholder 2">
            <a:extLst>
              <a:ext uri="{FF2B5EF4-FFF2-40B4-BE49-F238E27FC236}">
                <a16:creationId xmlns:a16="http://schemas.microsoft.com/office/drawing/2014/main" id="{9E5EE7FB-6863-52B6-890B-DC8AD1D38ADD}"/>
              </a:ext>
            </a:extLst>
          </p:cNvPr>
          <p:cNvSpPr>
            <a:spLocks noGrp="1"/>
          </p:cNvSpPr>
          <p:nvPr>
            <p:ph idx="1"/>
          </p:nvPr>
        </p:nvSpPr>
        <p:spPr/>
        <p:txBody>
          <a:bodyPr/>
          <a:lstStyle/>
          <a:p>
            <a:pPr marL="0" indent="0">
              <a:buNone/>
            </a:pPr>
            <a:r>
              <a:rPr lang="en-US" dirty="0"/>
              <a:t>One-stop solution for anything a cyclist want:</a:t>
            </a:r>
          </a:p>
          <a:p>
            <a:r>
              <a:rPr lang="en-US" dirty="0"/>
              <a:t>1. Community : A social media for cycling community where you can share your experience, set up future tour plan, and also see where the group is going. Ofc, you can message your buddies and organize your plan.</a:t>
            </a:r>
          </a:p>
          <a:p>
            <a:r>
              <a:rPr lang="en-US" dirty="0"/>
              <a:t>2. Goodies : Tired of looking for authentic/genuine components for your bike? Have a look at out product section, where you will surely find what you want and compare the prices with different vendors. You can simply place an order or go visit the shop for a little gossip.</a:t>
            </a:r>
          </a:p>
          <a:p>
            <a:r>
              <a:rPr lang="en-US" dirty="0"/>
              <a:t>3. Bike Messenger : Having an economic crunch? Watch out for money on the road. Do what you love most. Ride and earn at the same time. Many people is ready to pay for your skills. Grab a parcel and deliver it. They pay handsomely</a:t>
            </a:r>
          </a:p>
        </p:txBody>
      </p:sp>
    </p:spTree>
    <p:extLst>
      <p:ext uri="{BB962C8B-B14F-4D97-AF65-F5344CB8AC3E}">
        <p14:creationId xmlns:p14="http://schemas.microsoft.com/office/powerpoint/2010/main" val="1601725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971A7-BB99-197D-CD2E-192D34FB5E0C}"/>
              </a:ext>
            </a:extLst>
          </p:cNvPr>
          <p:cNvSpPr>
            <a:spLocks noGrp="1"/>
          </p:cNvSpPr>
          <p:nvPr>
            <p:ph type="title"/>
          </p:nvPr>
        </p:nvSpPr>
        <p:spPr/>
        <p:txBody>
          <a:bodyPr/>
          <a:lstStyle/>
          <a:p>
            <a:r>
              <a:rPr lang="en-US" dirty="0"/>
              <a:t>Our Aim : </a:t>
            </a:r>
            <a:br>
              <a:rPr lang="en-US" dirty="0"/>
            </a:br>
            <a:r>
              <a:rPr lang="en-US" dirty="0"/>
              <a:t>(for vendors)</a:t>
            </a:r>
          </a:p>
        </p:txBody>
      </p:sp>
      <p:sp>
        <p:nvSpPr>
          <p:cNvPr id="3" name="Content Placeholder 2">
            <a:extLst>
              <a:ext uri="{FF2B5EF4-FFF2-40B4-BE49-F238E27FC236}">
                <a16:creationId xmlns:a16="http://schemas.microsoft.com/office/drawing/2014/main" id="{B9633B7F-3BD7-5718-2D0E-6A8217301211}"/>
              </a:ext>
            </a:extLst>
          </p:cNvPr>
          <p:cNvSpPr>
            <a:spLocks noGrp="1"/>
          </p:cNvSpPr>
          <p:nvPr>
            <p:ph idx="1"/>
          </p:nvPr>
        </p:nvSpPr>
        <p:spPr/>
        <p:txBody>
          <a:bodyPr/>
          <a:lstStyle/>
          <a:p>
            <a:pPr marL="0" indent="0">
              <a:buNone/>
            </a:pPr>
            <a:r>
              <a:rPr lang="en-US" dirty="0"/>
              <a:t>One Stop Solution to your business:</a:t>
            </a:r>
          </a:p>
          <a:p>
            <a:r>
              <a:rPr lang="en-US" dirty="0"/>
              <a:t>1. Inventory management: Tired of keeping track of your product? Try our state of the art inventory management tool where you just insert what you are buying and selling, we will produce receipt, reports, low stock alert and summery.</a:t>
            </a:r>
          </a:p>
          <a:p>
            <a:r>
              <a:rPr lang="en-US" dirty="0"/>
              <a:t>2. E-commerce : Ready to take your business online? Congratulations. It already is. Once a product is added to your inventory, we make it online to show our cyclists, they may place an order online, we will notify you. Also be prepared for guests, cyclists are usually super friendly.</a:t>
            </a:r>
          </a:p>
          <a:p>
            <a:r>
              <a:rPr lang="en-US" dirty="0"/>
              <a:t>3. Promotions: Have you ever tried sponsorship? Look at the event board, there might be a popular event coming. Feel free to contribute, It never fails. </a:t>
            </a:r>
          </a:p>
        </p:txBody>
      </p:sp>
    </p:spTree>
    <p:extLst>
      <p:ext uri="{BB962C8B-B14F-4D97-AF65-F5344CB8AC3E}">
        <p14:creationId xmlns:p14="http://schemas.microsoft.com/office/powerpoint/2010/main" val="1387042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387C4-8372-5FA7-71BB-D5393363E81E}"/>
              </a:ext>
            </a:extLst>
          </p:cNvPr>
          <p:cNvSpPr>
            <a:spLocks noGrp="1"/>
          </p:cNvSpPr>
          <p:nvPr>
            <p:ph type="title"/>
          </p:nvPr>
        </p:nvSpPr>
        <p:spPr/>
        <p:txBody>
          <a:bodyPr/>
          <a:lstStyle/>
          <a:p>
            <a:r>
              <a:rPr lang="en-US" dirty="0"/>
              <a:t>Our Aim : </a:t>
            </a:r>
            <a:br>
              <a:rPr lang="en-US" dirty="0"/>
            </a:br>
            <a:r>
              <a:rPr lang="en-US" dirty="0"/>
              <a:t>(for independent business owner)</a:t>
            </a:r>
          </a:p>
        </p:txBody>
      </p:sp>
      <p:sp>
        <p:nvSpPr>
          <p:cNvPr id="3" name="Content Placeholder 2">
            <a:extLst>
              <a:ext uri="{FF2B5EF4-FFF2-40B4-BE49-F238E27FC236}">
                <a16:creationId xmlns:a16="http://schemas.microsoft.com/office/drawing/2014/main" id="{613A9734-9876-8DC4-DC09-03CA66E4AD5C}"/>
              </a:ext>
            </a:extLst>
          </p:cNvPr>
          <p:cNvSpPr>
            <a:spLocks noGrp="1"/>
          </p:cNvSpPr>
          <p:nvPr>
            <p:ph idx="1"/>
          </p:nvPr>
        </p:nvSpPr>
        <p:spPr/>
        <p:txBody>
          <a:bodyPr/>
          <a:lstStyle/>
          <a:p>
            <a:pPr marL="0" indent="0">
              <a:buNone/>
            </a:pPr>
            <a:r>
              <a:rPr lang="en-US" dirty="0"/>
              <a:t>Product Delivery:</a:t>
            </a:r>
          </a:p>
          <a:p>
            <a:r>
              <a:rPr lang="en-US" dirty="0"/>
              <a:t>Are you looking for reliable responsible delivery partner? Try out our Riders,</a:t>
            </a:r>
          </a:p>
          <a:p>
            <a:pPr>
              <a:buFont typeface="+mj-lt"/>
              <a:buAutoNum type="arabicPeriod"/>
            </a:pPr>
            <a:r>
              <a:rPr lang="en-US" dirty="0"/>
              <a:t>We are always on time.</a:t>
            </a:r>
          </a:p>
          <a:p>
            <a:pPr>
              <a:buFont typeface="+mj-lt"/>
              <a:buAutoNum type="arabicPeriod"/>
            </a:pPr>
            <a:r>
              <a:rPr lang="en-US" dirty="0"/>
              <a:t>Never fail.</a:t>
            </a:r>
          </a:p>
          <a:p>
            <a:pPr>
              <a:buFont typeface="+mj-lt"/>
              <a:buAutoNum type="arabicPeriod"/>
            </a:pPr>
            <a:r>
              <a:rPr lang="en-US" dirty="0"/>
              <a:t>Responsible if anything goes wrong.</a:t>
            </a:r>
          </a:p>
          <a:p>
            <a:pPr>
              <a:buFont typeface="+mj-lt"/>
              <a:buAutoNum type="arabicPeriod"/>
            </a:pPr>
            <a:r>
              <a:rPr lang="en-US" dirty="0"/>
              <a:t>On day payment.</a:t>
            </a:r>
          </a:p>
          <a:p>
            <a:pPr>
              <a:buFont typeface="+mj-lt"/>
              <a:buAutoNum type="arabicPeriod"/>
            </a:pPr>
            <a:r>
              <a:rPr lang="en-US" dirty="0"/>
              <a:t>One to one communication with you and rider, no third party included</a:t>
            </a:r>
          </a:p>
          <a:p>
            <a:r>
              <a:rPr lang="en-US" dirty="0"/>
              <a:t>Just list a parcel and our bike messenger will communicate with you.</a:t>
            </a:r>
          </a:p>
        </p:txBody>
      </p:sp>
    </p:spTree>
    <p:extLst>
      <p:ext uri="{BB962C8B-B14F-4D97-AF65-F5344CB8AC3E}">
        <p14:creationId xmlns:p14="http://schemas.microsoft.com/office/powerpoint/2010/main" val="3030167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53C72-00C9-18F0-08CC-C6D06AC6DB09}"/>
              </a:ext>
            </a:extLst>
          </p:cNvPr>
          <p:cNvSpPr>
            <a:spLocks noGrp="1"/>
          </p:cNvSpPr>
          <p:nvPr>
            <p:ph type="title"/>
          </p:nvPr>
        </p:nvSpPr>
        <p:spPr/>
        <p:txBody>
          <a:bodyPr/>
          <a:lstStyle/>
          <a:p>
            <a:r>
              <a:rPr lang="en-US" dirty="0"/>
              <a:t>Backend API:</a:t>
            </a:r>
          </a:p>
        </p:txBody>
      </p:sp>
      <p:sp>
        <p:nvSpPr>
          <p:cNvPr id="3" name="Text Placeholder 2">
            <a:extLst>
              <a:ext uri="{FF2B5EF4-FFF2-40B4-BE49-F238E27FC236}">
                <a16:creationId xmlns:a16="http://schemas.microsoft.com/office/drawing/2014/main" id="{E71363BC-C371-11DA-C5EB-9E798E14C3DF}"/>
              </a:ext>
            </a:extLst>
          </p:cNvPr>
          <p:cNvSpPr>
            <a:spLocks noGrp="1"/>
          </p:cNvSpPr>
          <p:nvPr>
            <p:ph type="body" idx="1"/>
          </p:nvPr>
        </p:nvSpPr>
        <p:spPr/>
        <p:txBody>
          <a:bodyPr/>
          <a:lstStyle/>
          <a:p>
            <a:r>
              <a:rPr lang="en-US" dirty="0"/>
              <a:t>Secured with Spring security</a:t>
            </a:r>
          </a:p>
        </p:txBody>
      </p:sp>
    </p:spTree>
    <p:extLst>
      <p:ext uri="{BB962C8B-B14F-4D97-AF65-F5344CB8AC3E}">
        <p14:creationId xmlns:p14="http://schemas.microsoft.com/office/powerpoint/2010/main" val="644272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2920-09B6-6B2E-7180-41A0632F49C5}"/>
              </a:ext>
            </a:extLst>
          </p:cNvPr>
          <p:cNvSpPr>
            <a:spLocks noGrp="1"/>
          </p:cNvSpPr>
          <p:nvPr>
            <p:ph type="title"/>
          </p:nvPr>
        </p:nvSpPr>
        <p:spPr/>
        <p:txBody>
          <a:bodyPr/>
          <a:lstStyle/>
          <a:p>
            <a:r>
              <a:rPr lang="en-US" dirty="0"/>
              <a:t>Authentication Controller</a:t>
            </a:r>
          </a:p>
        </p:txBody>
      </p:sp>
      <p:sp>
        <p:nvSpPr>
          <p:cNvPr id="3" name="Text Placeholder 2">
            <a:extLst>
              <a:ext uri="{FF2B5EF4-FFF2-40B4-BE49-F238E27FC236}">
                <a16:creationId xmlns:a16="http://schemas.microsoft.com/office/drawing/2014/main" id="{44509BF9-A2A8-FFA5-33AE-C6BFB7960396}"/>
              </a:ext>
            </a:extLst>
          </p:cNvPr>
          <p:cNvSpPr>
            <a:spLocks noGrp="1"/>
          </p:cNvSpPr>
          <p:nvPr>
            <p:ph type="body" sz="quarter" idx="13"/>
          </p:nvPr>
        </p:nvSpPr>
        <p:spPr/>
        <p:txBody>
          <a:bodyPr/>
          <a:lstStyle/>
          <a:p>
            <a:r>
              <a:rPr lang="en-US" dirty="0"/>
              <a:t>Base </a:t>
            </a:r>
            <a:r>
              <a:rPr lang="en-US" dirty="0" err="1"/>
              <a:t>Url</a:t>
            </a:r>
            <a:r>
              <a:rPr lang="en-US" dirty="0"/>
              <a:t> : /auth</a:t>
            </a:r>
          </a:p>
        </p:txBody>
      </p:sp>
      <p:sp>
        <p:nvSpPr>
          <p:cNvPr id="4" name="Text Placeholder 3">
            <a:extLst>
              <a:ext uri="{FF2B5EF4-FFF2-40B4-BE49-F238E27FC236}">
                <a16:creationId xmlns:a16="http://schemas.microsoft.com/office/drawing/2014/main" id="{CA60E644-CC4A-7F79-909E-9D3EB03A1B25}"/>
              </a:ext>
            </a:extLst>
          </p:cNvPr>
          <p:cNvSpPr>
            <a:spLocks noGrp="1"/>
          </p:cNvSpPr>
          <p:nvPr>
            <p:ph type="body" idx="1"/>
          </p:nvPr>
        </p:nvSpPr>
        <p:spPr/>
        <p:txBody>
          <a:bodyPr/>
          <a:lstStyle/>
          <a:p>
            <a:r>
              <a:rPr lang="en-US" dirty="0"/>
              <a:t>This </a:t>
            </a:r>
            <a:r>
              <a:rPr lang="en-US" dirty="0" err="1"/>
              <a:t>url</a:t>
            </a:r>
            <a:r>
              <a:rPr lang="en-US" dirty="0"/>
              <a:t> will be used for Authentication</a:t>
            </a:r>
          </a:p>
        </p:txBody>
      </p:sp>
    </p:spTree>
    <p:extLst>
      <p:ext uri="{BB962C8B-B14F-4D97-AF65-F5344CB8AC3E}">
        <p14:creationId xmlns:p14="http://schemas.microsoft.com/office/powerpoint/2010/main" val="828000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0B387-1911-2783-506C-3F7C1E07B73D}"/>
              </a:ext>
            </a:extLst>
          </p:cNvPr>
          <p:cNvSpPr>
            <a:spLocks noGrp="1"/>
          </p:cNvSpPr>
          <p:nvPr>
            <p:ph type="title"/>
          </p:nvPr>
        </p:nvSpPr>
        <p:spPr/>
        <p:txBody>
          <a:bodyPr/>
          <a:lstStyle/>
          <a:p>
            <a:r>
              <a:rPr lang="en-US" dirty="0"/>
              <a:t>API Documentation: /auth/signup</a:t>
            </a:r>
          </a:p>
        </p:txBody>
      </p:sp>
      <p:sp>
        <p:nvSpPr>
          <p:cNvPr id="3" name="Content Placeholder 2">
            <a:extLst>
              <a:ext uri="{FF2B5EF4-FFF2-40B4-BE49-F238E27FC236}">
                <a16:creationId xmlns:a16="http://schemas.microsoft.com/office/drawing/2014/main" id="{E00AF140-0CF2-EB78-4277-80A32FBF4999}"/>
              </a:ext>
            </a:extLst>
          </p:cNvPr>
          <p:cNvSpPr>
            <a:spLocks noGrp="1"/>
          </p:cNvSpPr>
          <p:nvPr>
            <p:ph sz="half" idx="1"/>
          </p:nvPr>
        </p:nvSpPr>
        <p:spPr/>
        <p:txBody>
          <a:bodyPr/>
          <a:lstStyle/>
          <a:p>
            <a:pPr marL="0" indent="0">
              <a:buNone/>
            </a:pPr>
            <a:r>
              <a:rPr lang="en-US" dirty="0"/>
              <a:t>API Details:</a:t>
            </a:r>
          </a:p>
          <a:p>
            <a:r>
              <a:rPr lang="en-US" b="1" dirty="0"/>
              <a:t>HTTP Method</a:t>
            </a:r>
            <a:r>
              <a:rPr lang="en-US" dirty="0"/>
              <a:t>: GET</a:t>
            </a:r>
          </a:p>
          <a:p>
            <a:r>
              <a:rPr lang="en-US" dirty="0"/>
              <a:t>Tags: auth-controller</a:t>
            </a:r>
          </a:p>
          <a:p>
            <a:r>
              <a:rPr lang="en-US" dirty="0"/>
              <a:t>Operation ID: signup</a:t>
            </a:r>
          </a:p>
        </p:txBody>
      </p:sp>
      <p:sp>
        <p:nvSpPr>
          <p:cNvPr id="4" name="Content Placeholder 3">
            <a:extLst>
              <a:ext uri="{FF2B5EF4-FFF2-40B4-BE49-F238E27FC236}">
                <a16:creationId xmlns:a16="http://schemas.microsoft.com/office/drawing/2014/main" id="{DD434998-61E7-53F7-7605-81E06AE89859}"/>
              </a:ext>
            </a:extLst>
          </p:cNvPr>
          <p:cNvSpPr>
            <a:spLocks noGrp="1"/>
          </p:cNvSpPr>
          <p:nvPr>
            <p:ph sz="half" idx="2"/>
          </p:nvPr>
        </p:nvSpPr>
        <p:spPr/>
        <p:txBody>
          <a:bodyPr/>
          <a:lstStyle/>
          <a:p>
            <a:pPr marL="0" indent="0">
              <a:buNone/>
            </a:pPr>
            <a:r>
              <a:rPr lang="en-US" dirty="0"/>
              <a:t>Responses:</a:t>
            </a:r>
          </a:p>
          <a:p>
            <a:r>
              <a:rPr lang="en-US" dirty="0"/>
              <a:t>Response Code: 200</a:t>
            </a:r>
          </a:p>
          <a:p>
            <a:r>
              <a:rPr lang="en-US" dirty="0"/>
              <a:t>Description: OK</a:t>
            </a:r>
          </a:p>
          <a:p>
            <a:r>
              <a:rPr lang="en-US" dirty="0"/>
              <a:t>Content Type: */*</a:t>
            </a:r>
          </a:p>
          <a:p>
            <a:r>
              <a:rPr lang="en-US" dirty="0"/>
              <a:t>Response Schema:</a:t>
            </a:r>
          </a:p>
          <a:p>
            <a:pPr lvl="1"/>
            <a:r>
              <a:rPr lang="en-US" dirty="0"/>
              <a:t>Type: string</a:t>
            </a:r>
          </a:p>
        </p:txBody>
      </p:sp>
    </p:spTree>
    <p:extLst>
      <p:ext uri="{BB962C8B-B14F-4D97-AF65-F5344CB8AC3E}">
        <p14:creationId xmlns:p14="http://schemas.microsoft.com/office/powerpoint/2010/main" val="1689849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9E302-63CE-8557-54BF-425D8771C2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E0EB8-D243-3E84-1307-D7FAE8966E99}"/>
              </a:ext>
            </a:extLst>
          </p:cNvPr>
          <p:cNvSpPr>
            <a:spLocks noGrp="1"/>
          </p:cNvSpPr>
          <p:nvPr>
            <p:ph type="title"/>
          </p:nvPr>
        </p:nvSpPr>
        <p:spPr/>
        <p:txBody>
          <a:bodyPr/>
          <a:lstStyle/>
          <a:p>
            <a:r>
              <a:rPr lang="en-US" dirty="0"/>
              <a:t>API Documentation: /auth/login</a:t>
            </a:r>
          </a:p>
        </p:txBody>
      </p:sp>
      <p:sp>
        <p:nvSpPr>
          <p:cNvPr id="3" name="Content Placeholder 2">
            <a:extLst>
              <a:ext uri="{FF2B5EF4-FFF2-40B4-BE49-F238E27FC236}">
                <a16:creationId xmlns:a16="http://schemas.microsoft.com/office/drawing/2014/main" id="{8297CB34-1E8B-C5B7-5AE6-65742DEBAA83}"/>
              </a:ext>
            </a:extLst>
          </p:cNvPr>
          <p:cNvSpPr>
            <a:spLocks noGrp="1"/>
          </p:cNvSpPr>
          <p:nvPr>
            <p:ph sz="half" idx="1"/>
          </p:nvPr>
        </p:nvSpPr>
        <p:spPr/>
        <p:txBody>
          <a:bodyPr/>
          <a:lstStyle/>
          <a:p>
            <a:pPr marL="0" indent="0">
              <a:buNone/>
            </a:pPr>
            <a:r>
              <a:rPr lang="en-US" dirty="0"/>
              <a:t>API Details:</a:t>
            </a:r>
          </a:p>
          <a:p>
            <a:r>
              <a:rPr lang="en-US" b="1" dirty="0"/>
              <a:t>HTTP Method: GET</a:t>
            </a:r>
          </a:p>
          <a:p>
            <a:r>
              <a:rPr lang="en-US" b="1" dirty="0"/>
              <a:t>Tags: auth-controller</a:t>
            </a:r>
          </a:p>
          <a:p>
            <a:r>
              <a:rPr lang="en-US" b="1" dirty="0"/>
              <a:t>Operation ID: login</a:t>
            </a:r>
            <a:endParaRPr lang="en-US" dirty="0"/>
          </a:p>
        </p:txBody>
      </p:sp>
      <p:sp>
        <p:nvSpPr>
          <p:cNvPr id="4" name="Content Placeholder 3">
            <a:extLst>
              <a:ext uri="{FF2B5EF4-FFF2-40B4-BE49-F238E27FC236}">
                <a16:creationId xmlns:a16="http://schemas.microsoft.com/office/drawing/2014/main" id="{A6E14C7E-0B84-DCA1-49EC-242E69091A25}"/>
              </a:ext>
            </a:extLst>
          </p:cNvPr>
          <p:cNvSpPr>
            <a:spLocks noGrp="1"/>
          </p:cNvSpPr>
          <p:nvPr>
            <p:ph sz="half" idx="2"/>
          </p:nvPr>
        </p:nvSpPr>
        <p:spPr/>
        <p:txBody>
          <a:bodyPr/>
          <a:lstStyle/>
          <a:p>
            <a:pPr marL="0" indent="0">
              <a:buNone/>
            </a:pPr>
            <a:r>
              <a:rPr lang="en-US" dirty="0"/>
              <a:t>Responses:</a:t>
            </a:r>
          </a:p>
          <a:p>
            <a:r>
              <a:rPr lang="en-US" dirty="0"/>
              <a:t>Response Code: 200</a:t>
            </a:r>
          </a:p>
          <a:p>
            <a:r>
              <a:rPr lang="en-US" dirty="0"/>
              <a:t>Description: OK</a:t>
            </a:r>
          </a:p>
          <a:p>
            <a:r>
              <a:rPr lang="en-US" dirty="0"/>
              <a:t>Content Type: */*</a:t>
            </a:r>
          </a:p>
          <a:p>
            <a:r>
              <a:rPr lang="en-US" dirty="0"/>
              <a:t>Response Schema:</a:t>
            </a:r>
          </a:p>
          <a:p>
            <a:pPr lvl="1"/>
            <a:r>
              <a:rPr lang="en-US" dirty="0"/>
              <a:t>Type: string</a:t>
            </a:r>
          </a:p>
        </p:txBody>
      </p:sp>
    </p:spTree>
    <p:extLst>
      <p:ext uri="{BB962C8B-B14F-4D97-AF65-F5344CB8AC3E}">
        <p14:creationId xmlns:p14="http://schemas.microsoft.com/office/powerpoint/2010/main" val="37257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DBF8D-6DBA-EED5-97DE-76526B871F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46039C-EFE1-F9BF-47D9-058D30FD52E6}"/>
              </a:ext>
            </a:extLst>
          </p:cNvPr>
          <p:cNvSpPr>
            <a:spLocks noGrp="1"/>
          </p:cNvSpPr>
          <p:nvPr>
            <p:ph type="title"/>
          </p:nvPr>
        </p:nvSpPr>
        <p:spPr/>
        <p:txBody>
          <a:bodyPr/>
          <a:lstStyle/>
          <a:p>
            <a:r>
              <a:rPr lang="en-US" dirty="0"/>
              <a:t>API Documentation:</a:t>
            </a:r>
            <a:br>
              <a:rPr lang="en-US" dirty="0"/>
            </a:br>
            <a:r>
              <a:rPr lang="en-US" dirty="0"/>
              <a:t> /auth/forgot-password</a:t>
            </a:r>
          </a:p>
        </p:txBody>
      </p:sp>
      <p:sp>
        <p:nvSpPr>
          <p:cNvPr id="3" name="Content Placeholder 2">
            <a:extLst>
              <a:ext uri="{FF2B5EF4-FFF2-40B4-BE49-F238E27FC236}">
                <a16:creationId xmlns:a16="http://schemas.microsoft.com/office/drawing/2014/main" id="{F27EC719-7148-E1EC-B5B6-A833EC57AA18}"/>
              </a:ext>
            </a:extLst>
          </p:cNvPr>
          <p:cNvSpPr>
            <a:spLocks noGrp="1"/>
          </p:cNvSpPr>
          <p:nvPr>
            <p:ph sz="half" idx="1"/>
          </p:nvPr>
        </p:nvSpPr>
        <p:spPr/>
        <p:txBody>
          <a:bodyPr/>
          <a:lstStyle/>
          <a:p>
            <a:pPr marL="0" indent="0">
              <a:buNone/>
            </a:pPr>
            <a:r>
              <a:rPr lang="en-US" dirty="0"/>
              <a:t>API Details:</a:t>
            </a:r>
          </a:p>
          <a:p>
            <a:r>
              <a:rPr lang="en-US" b="1" dirty="0"/>
              <a:t>HTTP Method: GET</a:t>
            </a:r>
          </a:p>
          <a:p>
            <a:r>
              <a:rPr lang="en-US" b="1" dirty="0"/>
              <a:t>Tags: auth-controller</a:t>
            </a:r>
          </a:p>
          <a:p>
            <a:r>
              <a:rPr lang="en-US" b="1" dirty="0"/>
              <a:t>Operation ID: </a:t>
            </a:r>
            <a:r>
              <a:rPr lang="en-US" dirty="0" err="1"/>
              <a:t>forgotPassword</a:t>
            </a:r>
            <a:endParaRPr lang="en-US" dirty="0"/>
          </a:p>
        </p:txBody>
      </p:sp>
      <p:sp>
        <p:nvSpPr>
          <p:cNvPr id="4" name="Content Placeholder 3">
            <a:extLst>
              <a:ext uri="{FF2B5EF4-FFF2-40B4-BE49-F238E27FC236}">
                <a16:creationId xmlns:a16="http://schemas.microsoft.com/office/drawing/2014/main" id="{350D5264-782F-BB04-7A5C-CBA5CC99E3E6}"/>
              </a:ext>
            </a:extLst>
          </p:cNvPr>
          <p:cNvSpPr>
            <a:spLocks noGrp="1"/>
          </p:cNvSpPr>
          <p:nvPr>
            <p:ph sz="half" idx="2"/>
          </p:nvPr>
        </p:nvSpPr>
        <p:spPr/>
        <p:txBody>
          <a:bodyPr/>
          <a:lstStyle/>
          <a:p>
            <a:pPr marL="0" indent="0">
              <a:buNone/>
            </a:pPr>
            <a:r>
              <a:rPr lang="en-US" dirty="0"/>
              <a:t>Responses:</a:t>
            </a:r>
          </a:p>
          <a:p>
            <a:r>
              <a:rPr lang="en-US" dirty="0"/>
              <a:t>Response Code: 200</a:t>
            </a:r>
          </a:p>
          <a:p>
            <a:r>
              <a:rPr lang="en-US" dirty="0"/>
              <a:t>Description: OK</a:t>
            </a:r>
          </a:p>
          <a:p>
            <a:r>
              <a:rPr lang="en-US" dirty="0"/>
              <a:t>Content Type: */*</a:t>
            </a:r>
          </a:p>
          <a:p>
            <a:r>
              <a:rPr lang="en-US" dirty="0"/>
              <a:t>Response Schema:</a:t>
            </a:r>
          </a:p>
          <a:p>
            <a:pPr lvl="1"/>
            <a:r>
              <a:rPr lang="en-US" dirty="0"/>
              <a:t>Type: string</a:t>
            </a:r>
          </a:p>
        </p:txBody>
      </p:sp>
    </p:spTree>
    <p:extLst>
      <p:ext uri="{BB962C8B-B14F-4D97-AF65-F5344CB8AC3E}">
        <p14:creationId xmlns:p14="http://schemas.microsoft.com/office/powerpoint/2010/main" val="1220122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17860-072E-64A5-6733-D22A27794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882B35-F505-F647-780C-FAED993CD4C9}"/>
              </a:ext>
            </a:extLst>
          </p:cNvPr>
          <p:cNvSpPr>
            <a:spLocks noGrp="1"/>
          </p:cNvSpPr>
          <p:nvPr>
            <p:ph type="title"/>
          </p:nvPr>
        </p:nvSpPr>
        <p:spPr/>
        <p:txBody>
          <a:bodyPr/>
          <a:lstStyle/>
          <a:p>
            <a:r>
              <a:rPr lang="en-US" dirty="0"/>
              <a:t>User Controller</a:t>
            </a:r>
          </a:p>
        </p:txBody>
      </p:sp>
      <p:sp>
        <p:nvSpPr>
          <p:cNvPr id="3" name="Text Placeholder 2">
            <a:extLst>
              <a:ext uri="{FF2B5EF4-FFF2-40B4-BE49-F238E27FC236}">
                <a16:creationId xmlns:a16="http://schemas.microsoft.com/office/drawing/2014/main" id="{D5C5ECB1-39B1-B1DA-495F-F930F98D3051}"/>
              </a:ext>
            </a:extLst>
          </p:cNvPr>
          <p:cNvSpPr>
            <a:spLocks noGrp="1"/>
          </p:cNvSpPr>
          <p:nvPr>
            <p:ph type="body" sz="quarter" idx="13"/>
          </p:nvPr>
        </p:nvSpPr>
        <p:spPr/>
        <p:txBody>
          <a:bodyPr/>
          <a:lstStyle/>
          <a:p>
            <a:r>
              <a:rPr lang="en-US" dirty="0"/>
              <a:t>Base </a:t>
            </a:r>
            <a:r>
              <a:rPr lang="en-US" dirty="0" err="1"/>
              <a:t>Url</a:t>
            </a:r>
            <a:r>
              <a:rPr lang="en-US" dirty="0"/>
              <a:t> : /user</a:t>
            </a:r>
          </a:p>
        </p:txBody>
      </p:sp>
      <p:sp>
        <p:nvSpPr>
          <p:cNvPr id="4" name="Text Placeholder 3">
            <a:extLst>
              <a:ext uri="{FF2B5EF4-FFF2-40B4-BE49-F238E27FC236}">
                <a16:creationId xmlns:a16="http://schemas.microsoft.com/office/drawing/2014/main" id="{93E47633-3AEB-254E-8FBA-6F557AB008E9}"/>
              </a:ext>
            </a:extLst>
          </p:cNvPr>
          <p:cNvSpPr>
            <a:spLocks noGrp="1"/>
          </p:cNvSpPr>
          <p:nvPr>
            <p:ph type="body" idx="1"/>
          </p:nvPr>
        </p:nvSpPr>
        <p:spPr/>
        <p:txBody>
          <a:bodyPr/>
          <a:lstStyle/>
          <a:p>
            <a:r>
              <a:rPr lang="en-US" dirty="0"/>
              <a:t>This </a:t>
            </a:r>
            <a:r>
              <a:rPr lang="en-US" dirty="0" err="1"/>
              <a:t>url</a:t>
            </a:r>
            <a:r>
              <a:rPr lang="en-US" dirty="0"/>
              <a:t> will be used for User Related operation</a:t>
            </a:r>
          </a:p>
        </p:txBody>
      </p:sp>
    </p:spTree>
    <p:extLst>
      <p:ext uri="{BB962C8B-B14F-4D97-AF65-F5344CB8AC3E}">
        <p14:creationId xmlns:p14="http://schemas.microsoft.com/office/powerpoint/2010/main" val="2281175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/user</a:t>
            </a:r>
          </a:p>
        </p:txBody>
      </p:sp>
      <p:sp>
        <p:nvSpPr>
          <p:cNvPr id="3" name="Content Placeholder 2"/>
          <p:cNvSpPr>
            <a:spLocks noGrp="1"/>
          </p:cNvSpPr>
          <p:nvPr>
            <p:ph idx="1"/>
          </p:nvPr>
        </p:nvSpPr>
        <p:spPr/>
        <p:txBody>
          <a:bodyPr/>
          <a:lstStyle/>
          <a:p>
            <a:r>
              <a:t>Operation ID: getUsers</a:t>
            </a:r>
          </a:p>
          <a:p>
            <a:r>
              <a:t>Responses:</a:t>
            </a:r>
          </a:p>
          <a:p>
            <a:r>
              <a:t>  200: OK</a:t>
            </a:r>
          </a:p>
          <a:p>
            <a:endParaRPr/>
          </a:p>
        </p:txBody>
      </p:sp>
    </p:spTree>
    <p:extLst>
      <p:ext uri="{BB962C8B-B14F-4D97-AF65-F5344CB8AC3E}">
        <p14:creationId xmlns:p14="http://schemas.microsoft.com/office/powerpoint/2010/main" val="3690026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POST /user</a:t>
            </a:r>
          </a:p>
        </p:txBody>
      </p:sp>
      <p:sp>
        <p:nvSpPr>
          <p:cNvPr id="3" name="Content Placeholder 2"/>
          <p:cNvSpPr>
            <a:spLocks noGrp="1"/>
          </p:cNvSpPr>
          <p:nvPr>
            <p:ph idx="1"/>
          </p:nvPr>
        </p:nvSpPr>
        <p:spPr/>
        <p:txBody>
          <a:bodyPr/>
          <a:lstStyle/>
          <a:p>
            <a:r>
              <a:t>Operation ID: createUser</a:t>
            </a:r>
          </a:p>
          <a:p>
            <a:r>
              <a:t>Request Body: {'application/json': {'schema': {'$ref': '#/components/schemas/User'}}}</a:t>
            </a:r>
          </a:p>
          <a:p>
            <a:r>
              <a:t>Responses:</a:t>
            </a:r>
          </a:p>
          <a:p>
            <a:r>
              <a:t>  200: OK</a:t>
            </a:r>
          </a:p>
          <a:p>
            <a:endParaRPr/>
          </a:p>
        </p:txBody>
      </p:sp>
    </p:spTree>
    <p:extLst>
      <p:ext uri="{BB962C8B-B14F-4D97-AF65-F5344CB8AC3E}">
        <p14:creationId xmlns:p14="http://schemas.microsoft.com/office/powerpoint/2010/main" val="384560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/user/{id}</a:t>
            </a:r>
          </a:p>
        </p:txBody>
      </p:sp>
      <p:sp>
        <p:nvSpPr>
          <p:cNvPr id="3" name="Content Placeholder 2"/>
          <p:cNvSpPr>
            <a:spLocks noGrp="1"/>
          </p:cNvSpPr>
          <p:nvPr>
            <p:ph idx="1"/>
          </p:nvPr>
        </p:nvSpPr>
        <p:spPr/>
        <p:txBody>
          <a:bodyPr/>
          <a:lstStyle/>
          <a:p>
            <a:r>
              <a:t>Operation ID: getUser</a:t>
            </a:r>
          </a:p>
          <a:p>
            <a:r>
              <a:t>Parameters: id (path)</a:t>
            </a:r>
          </a:p>
          <a:p>
            <a:r>
              <a:t>Responses:</a:t>
            </a:r>
          </a:p>
          <a:p>
            <a:r>
              <a:t>  200: OK</a:t>
            </a:r>
          </a:p>
          <a:p>
            <a:endParaRPr/>
          </a:p>
        </p:txBody>
      </p:sp>
    </p:spTree>
    <p:extLst>
      <p:ext uri="{BB962C8B-B14F-4D97-AF65-F5344CB8AC3E}">
        <p14:creationId xmlns:p14="http://schemas.microsoft.com/office/powerpoint/2010/main" val="2247628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PUT /user/{id}</a:t>
            </a:r>
          </a:p>
        </p:txBody>
      </p:sp>
      <p:sp>
        <p:nvSpPr>
          <p:cNvPr id="3" name="Content Placeholder 2"/>
          <p:cNvSpPr>
            <a:spLocks noGrp="1"/>
          </p:cNvSpPr>
          <p:nvPr>
            <p:ph idx="1"/>
          </p:nvPr>
        </p:nvSpPr>
        <p:spPr/>
        <p:txBody>
          <a:bodyPr/>
          <a:lstStyle/>
          <a:p>
            <a:r>
              <a:t>Operation ID: updateUser</a:t>
            </a:r>
          </a:p>
          <a:p>
            <a:r>
              <a:t>Parameters: id (path)</a:t>
            </a:r>
          </a:p>
          <a:p>
            <a:r>
              <a:t>Request Body: {'application/json': {'schema': {'$ref': '#/components/schemas/User'}}}</a:t>
            </a:r>
          </a:p>
          <a:p>
            <a:r>
              <a:t>Responses:</a:t>
            </a:r>
          </a:p>
          <a:p>
            <a:r>
              <a:t>  200: OK</a:t>
            </a:r>
          </a:p>
          <a:p>
            <a:endParaRPr/>
          </a:p>
        </p:txBody>
      </p:sp>
    </p:spTree>
    <p:extLst>
      <p:ext uri="{BB962C8B-B14F-4D97-AF65-F5344CB8AC3E}">
        <p14:creationId xmlns:p14="http://schemas.microsoft.com/office/powerpoint/2010/main" val="848622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DELETE /user/{id}</a:t>
            </a:r>
          </a:p>
        </p:txBody>
      </p:sp>
      <p:sp>
        <p:nvSpPr>
          <p:cNvPr id="3" name="Content Placeholder 2"/>
          <p:cNvSpPr>
            <a:spLocks noGrp="1"/>
          </p:cNvSpPr>
          <p:nvPr>
            <p:ph idx="1"/>
          </p:nvPr>
        </p:nvSpPr>
        <p:spPr/>
        <p:txBody>
          <a:bodyPr/>
          <a:lstStyle/>
          <a:p>
            <a:r>
              <a:t>Operation ID: deleteUser</a:t>
            </a:r>
          </a:p>
          <a:p>
            <a:r>
              <a:t>Parameters: id (path)</a:t>
            </a:r>
          </a:p>
          <a:p>
            <a:r>
              <a:t>Responses:</a:t>
            </a:r>
          </a:p>
          <a:p>
            <a:r>
              <a:t>  200: OK</a:t>
            </a:r>
          </a:p>
          <a:p>
            <a:endParaRPr/>
          </a:p>
        </p:txBody>
      </p:sp>
    </p:spTree>
    <p:extLst>
      <p:ext uri="{BB962C8B-B14F-4D97-AF65-F5344CB8AC3E}">
        <p14:creationId xmlns:p14="http://schemas.microsoft.com/office/powerpoint/2010/main" val="3866283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AF8A5-CEA8-B47C-4D29-F49490857B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CE90-9A1E-3B47-5320-6ADB818F67A8}"/>
              </a:ext>
            </a:extLst>
          </p:cNvPr>
          <p:cNvSpPr>
            <a:spLocks noGrp="1"/>
          </p:cNvSpPr>
          <p:nvPr>
            <p:ph type="title"/>
          </p:nvPr>
        </p:nvSpPr>
        <p:spPr/>
        <p:txBody>
          <a:bodyPr/>
          <a:lstStyle/>
          <a:p>
            <a:r>
              <a:rPr lang="en-US" dirty="0"/>
              <a:t>Event Controller</a:t>
            </a:r>
          </a:p>
        </p:txBody>
      </p:sp>
      <p:sp>
        <p:nvSpPr>
          <p:cNvPr id="3" name="Text Placeholder 2">
            <a:extLst>
              <a:ext uri="{FF2B5EF4-FFF2-40B4-BE49-F238E27FC236}">
                <a16:creationId xmlns:a16="http://schemas.microsoft.com/office/drawing/2014/main" id="{35CF53EE-10DB-F48B-6B36-F60AEDD721D4}"/>
              </a:ext>
            </a:extLst>
          </p:cNvPr>
          <p:cNvSpPr>
            <a:spLocks noGrp="1"/>
          </p:cNvSpPr>
          <p:nvPr>
            <p:ph type="body" sz="quarter" idx="13"/>
          </p:nvPr>
        </p:nvSpPr>
        <p:spPr/>
        <p:txBody>
          <a:bodyPr/>
          <a:lstStyle/>
          <a:p>
            <a:r>
              <a:rPr lang="en-US" dirty="0"/>
              <a:t>Base </a:t>
            </a:r>
            <a:r>
              <a:rPr lang="en-US" dirty="0" err="1"/>
              <a:t>Url</a:t>
            </a:r>
            <a:r>
              <a:rPr lang="en-US" dirty="0"/>
              <a:t> : /event</a:t>
            </a:r>
          </a:p>
        </p:txBody>
      </p:sp>
      <p:sp>
        <p:nvSpPr>
          <p:cNvPr id="4" name="Text Placeholder 3">
            <a:extLst>
              <a:ext uri="{FF2B5EF4-FFF2-40B4-BE49-F238E27FC236}">
                <a16:creationId xmlns:a16="http://schemas.microsoft.com/office/drawing/2014/main" id="{8FF0FCAF-FED2-E5C8-B25F-537026480DFA}"/>
              </a:ext>
            </a:extLst>
          </p:cNvPr>
          <p:cNvSpPr>
            <a:spLocks noGrp="1"/>
          </p:cNvSpPr>
          <p:nvPr>
            <p:ph type="body" idx="1"/>
          </p:nvPr>
        </p:nvSpPr>
        <p:spPr/>
        <p:txBody>
          <a:bodyPr/>
          <a:lstStyle/>
          <a:p>
            <a:r>
              <a:rPr lang="en-US" dirty="0"/>
              <a:t>This </a:t>
            </a:r>
            <a:r>
              <a:rPr lang="en-US" dirty="0" err="1"/>
              <a:t>url</a:t>
            </a:r>
            <a:r>
              <a:rPr lang="en-US" dirty="0"/>
              <a:t> will be used for event management</a:t>
            </a:r>
          </a:p>
        </p:txBody>
      </p:sp>
    </p:spTree>
    <p:extLst>
      <p:ext uri="{BB962C8B-B14F-4D97-AF65-F5344CB8AC3E}">
        <p14:creationId xmlns:p14="http://schemas.microsoft.com/office/powerpoint/2010/main" val="152327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/event</a:t>
            </a:r>
          </a:p>
        </p:txBody>
      </p:sp>
      <p:sp>
        <p:nvSpPr>
          <p:cNvPr id="3" name="Content Placeholder 2"/>
          <p:cNvSpPr>
            <a:spLocks noGrp="1"/>
          </p:cNvSpPr>
          <p:nvPr>
            <p:ph idx="1"/>
          </p:nvPr>
        </p:nvSpPr>
        <p:spPr/>
        <p:txBody>
          <a:bodyPr/>
          <a:lstStyle/>
          <a:p>
            <a:r>
              <a:t>Operation ID: getEvents</a:t>
            </a:r>
          </a:p>
          <a:p>
            <a:r>
              <a:t>Parameters: page (query), size (query)</a:t>
            </a:r>
          </a:p>
          <a:p>
            <a:r>
              <a:t>Responses:</a:t>
            </a:r>
          </a:p>
          <a:p>
            <a:r>
              <a:t>  200: OK</a:t>
            </a:r>
          </a:p>
          <a:p>
            <a:endParaRPr/>
          </a:p>
        </p:txBody>
      </p:sp>
    </p:spTree>
    <p:extLst>
      <p:ext uri="{BB962C8B-B14F-4D97-AF65-F5344CB8AC3E}">
        <p14:creationId xmlns:p14="http://schemas.microsoft.com/office/powerpoint/2010/main" val="3547239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POST /event</a:t>
            </a:r>
          </a:p>
        </p:txBody>
      </p:sp>
      <p:sp>
        <p:nvSpPr>
          <p:cNvPr id="3" name="Content Placeholder 2"/>
          <p:cNvSpPr>
            <a:spLocks noGrp="1"/>
          </p:cNvSpPr>
          <p:nvPr>
            <p:ph idx="1"/>
          </p:nvPr>
        </p:nvSpPr>
        <p:spPr/>
        <p:txBody>
          <a:bodyPr/>
          <a:lstStyle/>
          <a:p>
            <a:r>
              <a:t>Operation ID: addEvent</a:t>
            </a:r>
          </a:p>
          <a:p>
            <a:r>
              <a:t>Request Body: {'application/json': {'schema': {'$ref': '#/components/schemas/Event'}}}</a:t>
            </a:r>
          </a:p>
          <a:p>
            <a:r>
              <a:t>Responses:</a:t>
            </a:r>
          </a:p>
          <a:p>
            <a:r>
              <a:t>  200: OK</a:t>
            </a:r>
          </a:p>
          <a:p>
            <a:endParaRPr/>
          </a:p>
        </p:txBody>
      </p:sp>
    </p:spTree>
    <p:extLst>
      <p:ext uri="{BB962C8B-B14F-4D97-AF65-F5344CB8AC3E}">
        <p14:creationId xmlns:p14="http://schemas.microsoft.com/office/powerpoint/2010/main" val="611703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POST /event/requestSponsor</a:t>
            </a:r>
          </a:p>
        </p:txBody>
      </p:sp>
      <p:sp>
        <p:nvSpPr>
          <p:cNvPr id="3" name="Content Placeholder 2"/>
          <p:cNvSpPr>
            <a:spLocks noGrp="1"/>
          </p:cNvSpPr>
          <p:nvPr>
            <p:ph idx="1"/>
          </p:nvPr>
        </p:nvSpPr>
        <p:spPr/>
        <p:txBody>
          <a:bodyPr/>
          <a:lstStyle/>
          <a:p>
            <a:r>
              <a:rPr dirty="0"/>
              <a:t>Operation ID: </a:t>
            </a:r>
            <a:r>
              <a:rPr dirty="0" err="1"/>
              <a:t>requestToBeSponsor</a:t>
            </a:r>
            <a:endParaRPr dirty="0"/>
          </a:p>
          <a:p>
            <a:r>
              <a:rPr dirty="0"/>
              <a:t>Request Body: {'application/</a:t>
            </a:r>
            <a:r>
              <a:rPr dirty="0" err="1"/>
              <a:t>json</a:t>
            </a:r>
            <a:r>
              <a:rPr dirty="0"/>
              <a:t>': {'schema': {'$ref': '#/components/schemas/User'}}}</a:t>
            </a:r>
          </a:p>
          <a:p>
            <a:r>
              <a:rPr dirty="0"/>
              <a:t>Responses:</a:t>
            </a:r>
          </a:p>
          <a:p>
            <a:r>
              <a:rPr dirty="0"/>
              <a:t>  200: OK</a:t>
            </a:r>
          </a:p>
          <a:p>
            <a:endParaRPr dirty="0"/>
          </a:p>
        </p:txBody>
      </p:sp>
    </p:spTree>
    <p:extLst>
      <p:ext uri="{BB962C8B-B14F-4D97-AF65-F5344CB8AC3E}">
        <p14:creationId xmlns:p14="http://schemas.microsoft.com/office/powerpoint/2010/main" val="1815840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/event/{id}</a:t>
            </a:r>
          </a:p>
        </p:txBody>
      </p:sp>
      <p:sp>
        <p:nvSpPr>
          <p:cNvPr id="3" name="Content Placeholder 2"/>
          <p:cNvSpPr>
            <a:spLocks noGrp="1"/>
          </p:cNvSpPr>
          <p:nvPr>
            <p:ph idx="1"/>
          </p:nvPr>
        </p:nvSpPr>
        <p:spPr/>
        <p:txBody>
          <a:bodyPr/>
          <a:lstStyle/>
          <a:p>
            <a:r>
              <a:t>Operation ID: getEvent</a:t>
            </a:r>
          </a:p>
          <a:p>
            <a:r>
              <a:t>Parameters: id (path)</a:t>
            </a:r>
          </a:p>
          <a:p>
            <a:r>
              <a:t>Responses:</a:t>
            </a:r>
          </a:p>
          <a:p>
            <a:r>
              <a:t>  200: OK</a:t>
            </a:r>
          </a:p>
          <a:p>
            <a:endParaRPr/>
          </a:p>
        </p:txBody>
      </p:sp>
    </p:spTree>
    <p:extLst>
      <p:ext uri="{BB962C8B-B14F-4D97-AF65-F5344CB8AC3E}">
        <p14:creationId xmlns:p14="http://schemas.microsoft.com/office/powerpoint/2010/main" val="42484373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PUT /event/{id}</a:t>
            </a:r>
          </a:p>
        </p:txBody>
      </p:sp>
      <p:sp>
        <p:nvSpPr>
          <p:cNvPr id="3" name="Content Placeholder 2"/>
          <p:cNvSpPr>
            <a:spLocks noGrp="1"/>
          </p:cNvSpPr>
          <p:nvPr>
            <p:ph idx="1"/>
          </p:nvPr>
        </p:nvSpPr>
        <p:spPr/>
        <p:txBody>
          <a:bodyPr/>
          <a:lstStyle/>
          <a:p>
            <a:r>
              <a:t>Operation ID: updateEvent</a:t>
            </a:r>
          </a:p>
          <a:p>
            <a:r>
              <a:t>Parameters: id (path)</a:t>
            </a:r>
          </a:p>
          <a:p>
            <a:r>
              <a:t>Request Body: {'application/json': {'schema': {'$ref': '#/components/schemas/Event'}}}</a:t>
            </a:r>
          </a:p>
          <a:p>
            <a:r>
              <a:t>Responses:</a:t>
            </a:r>
          </a:p>
          <a:p>
            <a:r>
              <a:t>  200: OK</a:t>
            </a:r>
          </a:p>
          <a:p>
            <a:endParaRPr/>
          </a:p>
        </p:txBody>
      </p:sp>
    </p:spTree>
    <p:extLst>
      <p:ext uri="{BB962C8B-B14F-4D97-AF65-F5344CB8AC3E}">
        <p14:creationId xmlns:p14="http://schemas.microsoft.com/office/powerpoint/2010/main" val="31865343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DELETE /event/{id}</a:t>
            </a:r>
          </a:p>
        </p:txBody>
      </p:sp>
      <p:sp>
        <p:nvSpPr>
          <p:cNvPr id="3" name="Content Placeholder 2"/>
          <p:cNvSpPr>
            <a:spLocks noGrp="1"/>
          </p:cNvSpPr>
          <p:nvPr>
            <p:ph idx="1"/>
          </p:nvPr>
        </p:nvSpPr>
        <p:spPr/>
        <p:txBody>
          <a:bodyPr/>
          <a:lstStyle/>
          <a:p>
            <a:r>
              <a:t>Operation ID: deleteEvent</a:t>
            </a:r>
          </a:p>
          <a:p>
            <a:r>
              <a:t>Parameters: id (path)</a:t>
            </a:r>
          </a:p>
          <a:p>
            <a:r>
              <a:t>Responses:</a:t>
            </a:r>
          </a:p>
          <a:p>
            <a:r>
              <a:t>  200: OK</a:t>
            </a:r>
          </a:p>
          <a:p>
            <a:endParaRPr/>
          </a:p>
        </p:txBody>
      </p:sp>
    </p:spTree>
    <p:extLst>
      <p:ext uri="{BB962C8B-B14F-4D97-AF65-F5344CB8AC3E}">
        <p14:creationId xmlns:p14="http://schemas.microsoft.com/office/powerpoint/2010/main" val="3124593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/event/user/{id}</a:t>
            </a:r>
          </a:p>
        </p:txBody>
      </p:sp>
      <p:sp>
        <p:nvSpPr>
          <p:cNvPr id="3" name="Content Placeholder 2"/>
          <p:cNvSpPr>
            <a:spLocks noGrp="1"/>
          </p:cNvSpPr>
          <p:nvPr>
            <p:ph idx="1"/>
          </p:nvPr>
        </p:nvSpPr>
        <p:spPr/>
        <p:txBody>
          <a:bodyPr/>
          <a:lstStyle/>
          <a:p>
            <a:r>
              <a:t>Operation ID: getEventsByUser</a:t>
            </a:r>
          </a:p>
          <a:p>
            <a:r>
              <a:t>Parameters: id (path), page (query), size (query)</a:t>
            </a:r>
          </a:p>
          <a:p>
            <a:r>
              <a:t>Responses:</a:t>
            </a:r>
          </a:p>
          <a:p>
            <a:r>
              <a:t>  200: OK</a:t>
            </a:r>
          </a:p>
          <a:p>
            <a:endParaRPr/>
          </a:p>
        </p:txBody>
      </p:sp>
    </p:spTree>
    <p:extLst>
      <p:ext uri="{BB962C8B-B14F-4D97-AF65-F5344CB8AC3E}">
        <p14:creationId xmlns:p14="http://schemas.microsoft.com/office/powerpoint/2010/main" val="11922349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/event/past</a:t>
            </a:r>
          </a:p>
        </p:txBody>
      </p:sp>
      <p:sp>
        <p:nvSpPr>
          <p:cNvPr id="3" name="Content Placeholder 2"/>
          <p:cNvSpPr>
            <a:spLocks noGrp="1"/>
          </p:cNvSpPr>
          <p:nvPr>
            <p:ph idx="1"/>
          </p:nvPr>
        </p:nvSpPr>
        <p:spPr/>
        <p:txBody>
          <a:bodyPr/>
          <a:lstStyle/>
          <a:p>
            <a:r>
              <a:t>Operation ID: getPastEvents</a:t>
            </a:r>
          </a:p>
          <a:p>
            <a:r>
              <a:t>Parameters: page (query), size (query)</a:t>
            </a:r>
          </a:p>
          <a:p>
            <a:r>
              <a:t>Responses:</a:t>
            </a:r>
          </a:p>
          <a:p>
            <a:r>
              <a:t>  200: OK</a:t>
            </a:r>
          </a:p>
          <a:p>
            <a:endParaRPr/>
          </a:p>
        </p:txBody>
      </p:sp>
    </p:spTree>
    <p:extLst>
      <p:ext uri="{BB962C8B-B14F-4D97-AF65-F5344CB8AC3E}">
        <p14:creationId xmlns:p14="http://schemas.microsoft.com/office/powerpoint/2010/main" val="14326968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/event/future</a:t>
            </a:r>
          </a:p>
        </p:txBody>
      </p:sp>
      <p:sp>
        <p:nvSpPr>
          <p:cNvPr id="3" name="Content Placeholder 2"/>
          <p:cNvSpPr>
            <a:spLocks noGrp="1"/>
          </p:cNvSpPr>
          <p:nvPr>
            <p:ph idx="1"/>
          </p:nvPr>
        </p:nvSpPr>
        <p:spPr/>
        <p:txBody>
          <a:bodyPr/>
          <a:lstStyle/>
          <a:p>
            <a:r>
              <a:t>Operation ID: getFutureEvents</a:t>
            </a:r>
          </a:p>
          <a:p>
            <a:r>
              <a:t>Parameters: page (query), size (query)</a:t>
            </a:r>
          </a:p>
          <a:p>
            <a:r>
              <a:t>Responses:</a:t>
            </a:r>
          </a:p>
          <a:p>
            <a:r>
              <a:t>  200: OK</a:t>
            </a:r>
          </a:p>
          <a:p>
            <a:endParaRPr/>
          </a:p>
        </p:txBody>
      </p:sp>
    </p:spTree>
    <p:extLst>
      <p:ext uri="{BB962C8B-B14F-4D97-AF65-F5344CB8AC3E}">
        <p14:creationId xmlns:p14="http://schemas.microsoft.com/office/powerpoint/2010/main" val="17488594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B22F0-82EE-92B6-2EA6-6B78D0044B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C04039-03CC-6DF8-8B08-EBFF07FD636A}"/>
              </a:ext>
            </a:extLst>
          </p:cNvPr>
          <p:cNvSpPr>
            <a:spLocks noGrp="1"/>
          </p:cNvSpPr>
          <p:nvPr>
            <p:ph type="title"/>
          </p:nvPr>
        </p:nvSpPr>
        <p:spPr/>
        <p:txBody>
          <a:bodyPr/>
          <a:lstStyle/>
          <a:p>
            <a:r>
              <a:rPr lang="en-US" dirty="0"/>
              <a:t>Post Controller</a:t>
            </a:r>
          </a:p>
        </p:txBody>
      </p:sp>
      <p:sp>
        <p:nvSpPr>
          <p:cNvPr id="3" name="Text Placeholder 2">
            <a:extLst>
              <a:ext uri="{FF2B5EF4-FFF2-40B4-BE49-F238E27FC236}">
                <a16:creationId xmlns:a16="http://schemas.microsoft.com/office/drawing/2014/main" id="{9591F2EB-B51C-48FB-8ED4-28C4BB90D363}"/>
              </a:ext>
            </a:extLst>
          </p:cNvPr>
          <p:cNvSpPr>
            <a:spLocks noGrp="1"/>
          </p:cNvSpPr>
          <p:nvPr>
            <p:ph type="body" sz="quarter" idx="13"/>
          </p:nvPr>
        </p:nvSpPr>
        <p:spPr/>
        <p:txBody>
          <a:bodyPr/>
          <a:lstStyle/>
          <a:p>
            <a:r>
              <a:rPr lang="en-US" dirty="0"/>
              <a:t>Base </a:t>
            </a:r>
            <a:r>
              <a:rPr lang="en-US" dirty="0" err="1"/>
              <a:t>Url</a:t>
            </a:r>
            <a:r>
              <a:rPr lang="en-US" dirty="0"/>
              <a:t> : /post</a:t>
            </a:r>
          </a:p>
        </p:txBody>
      </p:sp>
      <p:sp>
        <p:nvSpPr>
          <p:cNvPr id="4" name="Text Placeholder 3">
            <a:extLst>
              <a:ext uri="{FF2B5EF4-FFF2-40B4-BE49-F238E27FC236}">
                <a16:creationId xmlns:a16="http://schemas.microsoft.com/office/drawing/2014/main" id="{F1346E6C-F649-A1DC-D953-777D3B259811}"/>
              </a:ext>
            </a:extLst>
          </p:cNvPr>
          <p:cNvSpPr>
            <a:spLocks noGrp="1"/>
          </p:cNvSpPr>
          <p:nvPr>
            <p:ph type="body" idx="1"/>
          </p:nvPr>
        </p:nvSpPr>
        <p:spPr/>
        <p:txBody>
          <a:bodyPr/>
          <a:lstStyle/>
          <a:p>
            <a:r>
              <a:rPr lang="en-US" dirty="0"/>
              <a:t>This </a:t>
            </a:r>
            <a:r>
              <a:rPr lang="en-US" dirty="0" err="1"/>
              <a:t>url</a:t>
            </a:r>
            <a:r>
              <a:rPr lang="en-US" dirty="0"/>
              <a:t> will be used for post management</a:t>
            </a:r>
          </a:p>
        </p:txBody>
      </p:sp>
    </p:spTree>
    <p:extLst>
      <p:ext uri="{BB962C8B-B14F-4D97-AF65-F5344CB8AC3E}">
        <p14:creationId xmlns:p14="http://schemas.microsoft.com/office/powerpoint/2010/main" val="34994454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/post/{id}</a:t>
            </a:r>
          </a:p>
        </p:txBody>
      </p:sp>
      <p:sp>
        <p:nvSpPr>
          <p:cNvPr id="3" name="Content Placeholder 2"/>
          <p:cNvSpPr>
            <a:spLocks noGrp="1"/>
          </p:cNvSpPr>
          <p:nvPr>
            <p:ph idx="1"/>
          </p:nvPr>
        </p:nvSpPr>
        <p:spPr/>
        <p:txBody>
          <a:bodyPr/>
          <a:lstStyle/>
          <a:p>
            <a:r>
              <a:t>Operation ID: getPost</a:t>
            </a:r>
          </a:p>
          <a:p>
            <a:r>
              <a:t>Parameters: id (path)</a:t>
            </a:r>
          </a:p>
          <a:p>
            <a:r>
              <a:t>Responses:</a:t>
            </a:r>
          </a:p>
          <a:p>
            <a:r>
              <a:t>  200: OK</a:t>
            </a:r>
          </a:p>
          <a:p>
            <a:endParaRPr/>
          </a:p>
        </p:txBody>
      </p:sp>
    </p:spTree>
    <p:extLst>
      <p:ext uri="{BB962C8B-B14F-4D97-AF65-F5344CB8AC3E}">
        <p14:creationId xmlns:p14="http://schemas.microsoft.com/office/powerpoint/2010/main" val="4692834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PUT /post/{id}</a:t>
            </a:r>
          </a:p>
        </p:txBody>
      </p:sp>
      <p:sp>
        <p:nvSpPr>
          <p:cNvPr id="3" name="Content Placeholder 2"/>
          <p:cNvSpPr>
            <a:spLocks noGrp="1"/>
          </p:cNvSpPr>
          <p:nvPr>
            <p:ph idx="1"/>
          </p:nvPr>
        </p:nvSpPr>
        <p:spPr/>
        <p:txBody>
          <a:bodyPr/>
          <a:lstStyle/>
          <a:p>
            <a:r>
              <a:t>Operation ID: updatePost</a:t>
            </a:r>
          </a:p>
          <a:p>
            <a:r>
              <a:t>Parameters: id (path)</a:t>
            </a:r>
          </a:p>
          <a:p>
            <a:r>
              <a:t>Request Body: {'application/json': {'schema': {'$ref': '#/components/schemas/Post'}}}</a:t>
            </a:r>
          </a:p>
          <a:p>
            <a:r>
              <a:t>Responses:</a:t>
            </a:r>
          </a:p>
          <a:p>
            <a:r>
              <a:t>  200: OK</a:t>
            </a:r>
          </a:p>
          <a:p>
            <a:endParaRPr/>
          </a:p>
        </p:txBody>
      </p:sp>
    </p:spTree>
    <p:extLst>
      <p:ext uri="{BB962C8B-B14F-4D97-AF65-F5344CB8AC3E}">
        <p14:creationId xmlns:p14="http://schemas.microsoft.com/office/powerpoint/2010/main" val="2683690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DELETE /post/{id}</a:t>
            </a:r>
          </a:p>
        </p:txBody>
      </p:sp>
      <p:sp>
        <p:nvSpPr>
          <p:cNvPr id="3" name="Content Placeholder 2"/>
          <p:cNvSpPr>
            <a:spLocks noGrp="1"/>
          </p:cNvSpPr>
          <p:nvPr>
            <p:ph idx="1"/>
          </p:nvPr>
        </p:nvSpPr>
        <p:spPr/>
        <p:txBody>
          <a:bodyPr/>
          <a:lstStyle/>
          <a:p>
            <a:r>
              <a:t>Operation ID: deletePost</a:t>
            </a:r>
          </a:p>
          <a:p>
            <a:r>
              <a:t>Parameters: id (path)</a:t>
            </a:r>
          </a:p>
          <a:p>
            <a:r>
              <a:t>Responses:</a:t>
            </a:r>
          </a:p>
          <a:p>
            <a:r>
              <a:t>  200: OK</a:t>
            </a:r>
          </a:p>
          <a:p>
            <a:endParaRPr/>
          </a:p>
        </p:txBody>
      </p:sp>
    </p:spTree>
    <p:extLst>
      <p:ext uri="{BB962C8B-B14F-4D97-AF65-F5344CB8AC3E}">
        <p14:creationId xmlns:p14="http://schemas.microsoft.com/office/powerpoint/2010/main" val="25162203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/post</a:t>
            </a:r>
          </a:p>
        </p:txBody>
      </p:sp>
      <p:sp>
        <p:nvSpPr>
          <p:cNvPr id="3" name="Content Placeholder 2"/>
          <p:cNvSpPr>
            <a:spLocks noGrp="1"/>
          </p:cNvSpPr>
          <p:nvPr>
            <p:ph idx="1"/>
          </p:nvPr>
        </p:nvSpPr>
        <p:spPr/>
        <p:txBody>
          <a:bodyPr/>
          <a:lstStyle/>
          <a:p>
            <a:r>
              <a:t>Operation ID: getPosts</a:t>
            </a:r>
          </a:p>
          <a:p>
            <a:r>
              <a:t>Parameters: page (query), size (query)</a:t>
            </a:r>
          </a:p>
          <a:p>
            <a:r>
              <a:t>Responses:</a:t>
            </a:r>
          </a:p>
          <a:p>
            <a:r>
              <a:t>  200: OK</a:t>
            </a:r>
          </a:p>
          <a:p>
            <a:endParaRPr/>
          </a:p>
        </p:txBody>
      </p:sp>
    </p:spTree>
    <p:extLst>
      <p:ext uri="{BB962C8B-B14F-4D97-AF65-F5344CB8AC3E}">
        <p14:creationId xmlns:p14="http://schemas.microsoft.com/office/powerpoint/2010/main" val="35180416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POST /post</a:t>
            </a:r>
          </a:p>
        </p:txBody>
      </p:sp>
      <p:sp>
        <p:nvSpPr>
          <p:cNvPr id="3" name="Content Placeholder 2"/>
          <p:cNvSpPr>
            <a:spLocks noGrp="1"/>
          </p:cNvSpPr>
          <p:nvPr>
            <p:ph idx="1"/>
          </p:nvPr>
        </p:nvSpPr>
        <p:spPr/>
        <p:txBody>
          <a:bodyPr/>
          <a:lstStyle/>
          <a:p>
            <a:r>
              <a:t>Operation ID: savePost</a:t>
            </a:r>
          </a:p>
          <a:p>
            <a:r>
              <a:t>Request Body: {'application/json': {'schema': {'$ref': '#/components/schemas/Post'}}}</a:t>
            </a:r>
          </a:p>
          <a:p>
            <a:r>
              <a:t>Responses:</a:t>
            </a:r>
          </a:p>
          <a:p>
            <a:r>
              <a:t>  200: OK</a:t>
            </a:r>
          </a:p>
          <a:p>
            <a:endParaRPr/>
          </a:p>
        </p:txBody>
      </p:sp>
    </p:spTree>
    <p:extLst>
      <p:ext uri="{BB962C8B-B14F-4D97-AF65-F5344CB8AC3E}">
        <p14:creationId xmlns:p14="http://schemas.microsoft.com/office/powerpoint/2010/main" val="6543612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/post/user/{id}</a:t>
            </a:r>
          </a:p>
        </p:txBody>
      </p:sp>
      <p:sp>
        <p:nvSpPr>
          <p:cNvPr id="3" name="Content Placeholder 2"/>
          <p:cNvSpPr>
            <a:spLocks noGrp="1"/>
          </p:cNvSpPr>
          <p:nvPr>
            <p:ph idx="1"/>
          </p:nvPr>
        </p:nvSpPr>
        <p:spPr/>
        <p:txBody>
          <a:bodyPr/>
          <a:lstStyle/>
          <a:p>
            <a:r>
              <a:t>Operation ID: getPostsByUser</a:t>
            </a:r>
          </a:p>
          <a:p>
            <a:r>
              <a:t>Parameters: id (path), page (query), size (query)</a:t>
            </a:r>
          </a:p>
          <a:p>
            <a:r>
              <a:t>Responses:</a:t>
            </a:r>
          </a:p>
          <a:p>
            <a:r>
              <a:t>  200: OK</a:t>
            </a:r>
          </a:p>
          <a:p>
            <a:endParaRPr/>
          </a:p>
        </p:txBody>
      </p:sp>
    </p:spTree>
    <p:extLst>
      <p:ext uri="{BB962C8B-B14F-4D97-AF65-F5344CB8AC3E}">
        <p14:creationId xmlns:p14="http://schemas.microsoft.com/office/powerpoint/2010/main" val="21129167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/post/search/{name}</a:t>
            </a:r>
          </a:p>
        </p:txBody>
      </p:sp>
      <p:sp>
        <p:nvSpPr>
          <p:cNvPr id="3" name="Content Placeholder 2"/>
          <p:cNvSpPr>
            <a:spLocks noGrp="1"/>
          </p:cNvSpPr>
          <p:nvPr>
            <p:ph idx="1"/>
          </p:nvPr>
        </p:nvSpPr>
        <p:spPr/>
        <p:txBody>
          <a:bodyPr/>
          <a:lstStyle/>
          <a:p>
            <a:r>
              <a:t>Operation ID: search_1</a:t>
            </a:r>
          </a:p>
          <a:p>
            <a:r>
              <a:t>Parameters: name (path), page (query), size (query)</a:t>
            </a:r>
          </a:p>
          <a:p>
            <a:r>
              <a:t>Responses:</a:t>
            </a:r>
          </a:p>
          <a:p>
            <a:r>
              <a:t>  200: OK</a:t>
            </a:r>
          </a:p>
          <a:p>
            <a:endParaRPr/>
          </a:p>
        </p:txBody>
      </p:sp>
    </p:spTree>
    <p:extLst>
      <p:ext uri="{BB962C8B-B14F-4D97-AF65-F5344CB8AC3E}">
        <p14:creationId xmlns:p14="http://schemas.microsoft.com/office/powerpoint/2010/main" val="23288745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85F6F-1A43-D3C8-19C6-B107C31B54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2B218C-3954-BA5B-AB78-1AC6C4F0FACD}"/>
              </a:ext>
            </a:extLst>
          </p:cNvPr>
          <p:cNvSpPr>
            <a:spLocks noGrp="1"/>
          </p:cNvSpPr>
          <p:nvPr>
            <p:ph type="title"/>
          </p:nvPr>
        </p:nvSpPr>
        <p:spPr/>
        <p:txBody>
          <a:bodyPr/>
          <a:lstStyle/>
          <a:p>
            <a:r>
              <a:rPr lang="en-US" dirty="0"/>
              <a:t>Comment Controller</a:t>
            </a:r>
          </a:p>
        </p:txBody>
      </p:sp>
      <p:sp>
        <p:nvSpPr>
          <p:cNvPr id="3" name="Text Placeholder 2">
            <a:extLst>
              <a:ext uri="{FF2B5EF4-FFF2-40B4-BE49-F238E27FC236}">
                <a16:creationId xmlns:a16="http://schemas.microsoft.com/office/drawing/2014/main" id="{FD3D9B75-2138-CCBF-BC2E-1B83B53F4EB8}"/>
              </a:ext>
            </a:extLst>
          </p:cNvPr>
          <p:cNvSpPr>
            <a:spLocks noGrp="1"/>
          </p:cNvSpPr>
          <p:nvPr>
            <p:ph type="body" sz="quarter" idx="13"/>
          </p:nvPr>
        </p:nvSpPr>
        <p:spPr/>
        <p:txBody>
          <a:bodyPr/>
          <a:lstStyle/>
          <a:p>
            <a:r>
              <a:rPr lang="en-US" dirty="0"/>
              <a:t>Base </a:t>
            </a:r>
            <a:r>
              <a:rPr lang="en-US" dirty="0" err="1"/>
              <a:t>Url</a:t>
            </a:r>
            <a:r>
              <a:rPr lang="en-US" dirty="0"/>
              <a:t> : /comment</a:t>
            </a:r>
          </a:p>
        </p:txBody>
      </p:sp>
      <p:sp>
        <p:nvSpPr>
          <p:cNvPr id="4" name="Text Placeholder 3">
            <a:extLst>
              <a:ext uri="{FF2B5EF4-FFF2-40B4-BE49-F238E27FC236}">
                <a16:creationId xmlns:a16="http://schemas.microsoft.com/office/drawing/2014/main" id="{2D65417E-ED89-0093-5817-2882E3A2A79B}"/>
              </a:ext>
            </a:extLst>
          </p:cNvPr>
          <p:cNvSpPr>
            <a:spLocks noGrp="1"/>
          </p:cNvSpPr>
          <p:nvPr>
            <p:ph type="body" idx="1"/>
          </p:nvPr>
        </p:nvSpPr>
        <p:spPr/>
        <p:txBody>
          <a:bodyPr/>
          <a:lstStyle/>
          <a:p>
            <a:r>
              <a:rPr lang="en-US" dirty="0"/>
              <a:t>This </a:t>
            </a:r>
            <a:r>
              <a:rPr lang="en-US" dirty="0" err="1"/>
              <a:t>url</a:t>
            </a:r>
            <a:r>
              <a:rPr lang="en-US" dirty="0"/>
              <a:t> will be used for comment management on post</a:t>
            </a:r>
          </a:p>
        </p:txBody>
      </p:sp>
    </p:spTree>
    <p:extLst>
      <p:ext uri="{BB962C8B-B14F-4D97-AF65-F5344CB8AC3E}">
        <p14:creationId xmlns:p14="http://schemas.microsoft.com/office/powerpoint/2010/main" val="11667539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/comment/user/{userId}</a:t>
            </a:r>
          </a:p>
        </p:txBody>
      </p:sp>
      <p:sp>
        <p:nvSpPr>
          <p:cNvPr id="3" name="Content Placeholder 2"/>
          <p:cNvSpPr>
            <a:spLocks noGrp="1"/>
          </p:cNvSpPr>
          <p:nvPr>
            <p:ph idx="1"/>
          </p:nvPr>
        </p:nvSpPr>
        <p:spPr/>
        <p:txBody>
          <a:bodyPr/>
          <a:lstStyle/>
          <a:p>
            <a:r>
              <a:t>Operation ID: getCommentsByUser</a:t>
            </a:r>
          </a:p>
          <a:p>
            <a:r>
              <a:t>Parameters: userId (path), page (query), size (query)</a:t>
            </a:r>
          </a:p>
          <a:p>
            <a:r>
              <a:t>Responses:</a:t>
            </a:r>
          </a:p>
          <a:p>
            <a:r>
              <a:t>  200: OK</a:t>
            </a:r>
          </a:p>
          <a:p>
            <a:endParaRPr/>
          </a:p>
        </p:txBody>
      </p:sp>
    </p:spTree>
    <p:extLst>
      <p:ext uri="{BB962C8B-B14F-4D97-AF65-F5344CB8AC3E}">
        <p14:creationId xmlns:p14="http://schemas.microsoft.com/office/powerpoint/2010/main" val="12741647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/comment/post/{postId}</a:t>
            </a:r>
          </a:p>
        </p:txBody>
      </p:sp>
      <p:sp>
        <p:nvSpPr>
          <p:cNvPr id="3" name="Content Placeholder 2"/>
          <p:cNvSpPr>
            <a:spLocks noGrp="1"/>
          </p:cNvSpPr>
          <p:nvPr>
            <p:ph idx="1"/>
          </p:nvPr>
        </p:nvSpPr>
        <p:spPr/>
        <p:txBody>
          <a:bodyPr/>
          <a:lstStyle/>
          <a:p>
            <a:r>
              <a:t>Operation ID: getCommentsByPost</a:t>
            </a:r>
          </a:p>
          <a:p>
            <a:r>
              <a:t>Parameters: postId (path), page (query), size (query)</a:t>
            </a:r>
          </a:p>
          <a:p>
            <a:r>
              <a:t>Responses:</a:t>
            </a:r>
          </a:p>
          <a:p>
            <a:r>
              <a:t>  200: OK</a:t>
            </a:r>
          </a:p>
          <a:p>
            <a:endParaRPr/>
          </a:p>
        </p:txBody>
      </p:sp>
    </p:spTree>
    <p:extLst>
      <p:ext uri="{BB962C8B-B14F-4D97-AF65-F5344CB8AC3E}">
        <p14:creationId xmlns:p14="http://schemas.microsoft.com/office/powerpoint/2010/main" val="18699722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POST /comment</a:t>
            </a:r>
          </a:p>
        </p:txBody>
      </p:sp>
      <p:sp>
        <p:nvSpPr>
          <p:cNvPr id="3" name="Content Placeholder 2"/>
          <p:cNvSpPr>
            <a:spLocks noGrp="1"/>
          </p:cNvSpPr>
          <p:nvPr>
            <p:ph idx="1"/>
          </p:nvPr>
        </p:nvSpPr>
        <p:spPr/>
        <p:txBody>
          <a:bodyPr/>
          <a:lstStyle/>
          <a:p>
            <a:r>
              <a:t>Operation ID: saveComment</a:t>
            </a:r>
          </a:p>
          <a:p>
            <a:r>
              <a:t>Request Body: {'application/json': {'schema': {'$ref': '#/components/schemas/Comment'}}}</a:t>
            </a:r>
          </a:p>
          <a:p>
            <a:r>
              <a:t>Responses:</a:t>
            </a:r>
          </a:p>
          <a:p>
            <a:r>
              <a:t>  200: OK</a:t>
            </a:r>
          </a:p>
          <a:p>
            <a:endParaRPr/>
          </a:p>
        </p:txBody>
      </p:sp>
    </p:spTree>
    <p:extLst>
      <p:ext uri="{BB962C8B-B14F-4D97-AF65-F5344CB8AC3E}">
        <p14:creationId xmlns:p14="http://schemas.microsoft.com/office/powerpoint/2010/main" val="19815656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/comment/{id}</a:t>
            </a:r>
          </a:p>
        </p:txBody>
      </p:sp>
      <p:sp>
        <p:nvSpPr>
          <p:cNvPr id="3" name="Content Placeholder 2"/>
          <p:cNvSpPr>
            <a:spLocks noGrp="1"/>
          </p:cNvSpPr>
          <p:nvPr>
            <p:ph idx="1"/>
          </p:nvPr>
        </p:nvSpPr>
        <p:spPr/>
        <p:txBody>
          <a:bodyPr/>
          <a:lstStyle/>
          <a:p>
            <a:r>
              <a:t>Operation ID: getComment</a:t>
            </a:r>
          </a:p>
          <a:p>
            <a:r>
              <a:t>Parameters: id (path)</a:t>
            </a:r>
          </a:p>
          <a:p>
            <a:r>
              <a:t>Responses:</a:t>
            </a:r>
          </a:p>
          <a:p>
            <a:r>
              <a:t>  200: OK</a:t>
            </a:r>
          </a:p>
          <a:p>
            <a:endParaRPr/>
          </a:p>
        </p:txBody>
      </p:sp>
    </p:spTree>
    <p:extLst>
      <p:ext uri="{BB962C8B-B14F-4D97-AF65-F5344CB8AC3E}">
        <p14:creationId xmlns:p14="http://schemas.microsoft.com/office/powerpoint/2010/main" val="41268467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PUT /comment/{id}</a:t>
            </a:r>
          </a:p>
        </p:txBody>
      </p:sp>
      <p:sp>
        <p:nvSpPr>
          <p:cNvPr id="3" name="Content Placeholder 2"/>
          <p:cNvSpPr>
            <a:spLocks noGrp="1"/>
          </p:cNvSpPr>
          <p:nvPr>
            <p:ph idx="1"/>
          </p:nvPr>
        </p:nvSpPr>
        <p:spPr/>
        <p:txBody>
          <a:bodyPr/>
          <a:lstStyle/>
          <a:p>
            <a:r>
              <a:t>Operation ID: updateComment</a:t>
            </a:r>
          </a:p>
          <a:p>
            <a:r>
              <a:t>Parameters: id (path)</a:t>
            </a:r>
          </a:p>
          <a:p>
            <a:r>
              <a:t>Request Body: {'application/json': {'schema': {'$ref': '#/components/schemas/Comment'}}}</a:t>
            </a:r>
          </a:p>
          <a:p>
            <a:r>
              <a:t>Responses:</a:t>
            </a:r>
          </a:p>
          <a:p>
            <a:r>
              <a:t>  200: OK</a:t>
            </a:r>
          </a:p>
          <a:p>
            <a:endParaRPr/>
          </a:p>
        </p:txBody>
      </p:sp>
    </p:spTree>
    <p:extLst>
      <p:ext uri="{BB962C8B-B14F-4D97-AF65-F5344CB8AC3E}">
        <p14:creationId xmlns:p14="http://schemas.microsoft.com/office/powerpoint/2010/main" val="33222078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DELETE /comment/{id}</a:t>
            </a:r>
          </a:p>
        </p:txBody>
      </p:sp>
      <p:sp>
        <p:nvSpPr>
          <p:cNvPr id="3" name="Content Placeholder 2"/>
          <p:cNvSpPr>
            <a:spLocks noGrp="1"/>
          </p:cNvSpPr>
          <p:nvPr>
            <p:ph idx="1"/>
          </p:nvPr>
        </p:nvSpPr>
        <p:spPr/>
        <p:txBody>
          <a:bodyPr/>
          <a:lstStyle/>
          <a:p>
            <a:r>
              <a:t>Operation ID: deleteComment</a:t>
            </a:r>
          </a:p>
          <a:p>
            <a:r>
              <a:t>Parameters: id (path)</a:t>
            </a:r>
          </a:p>
          <a:p>
            <a:r>
              <a:t>Responses:</a:t>
            </a:r>
          </a:p>
          <a:p>
            <a:r>
              <a:t>  200: OK</a:t>
            </a:r>
          </a:p>
          <a:p>
            <a:endParaRPr/>
          </a:p>
        </p:txBody>
      </p:sp>
    </p:spTree>
    <p:extLst>
      <p:ext uri="{BB962C8B-B14F-4D97-AF65-F5344CB8AC3E}">
        <p14:creationId xmlns:p14="http://schemas.microsoft.com/office/powerpoint/2010/main" val="25116895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93A24-C4EE-9D33-FF67-1F20C921A2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3C1458-B64B-27BE-62B0-F119D0FF5516}"/>
              </a:ext>
            </a:extLst>
          </p:cNvPr>
          <p:cNvSpPr>
            <a:spLocks noGrp="1"/>
          </p:cNvSpPr>
          <p:nvPr>
            <p:ph type="title"/>
          </p:nvPr>
        </p:nvSpPr>
        <p:spPr/>
        <p:txBody>
          <a:bodyPr/>
          <a:lstStyle/>
          <a:p>
            <a:r>
              <a:rPr lang="en-US" dirty="0"/>
              <a:t>Product Controller</a:t>
            </a:r>
          </a:p>
        </p:txBody>
      </p:sp>
      <p:sp>
        <p:nvSpPr>
          <p:cNvPr id="3" name="Text Placeholder 2">
            <a:extLst>
              <a:ext uri="{FF2B5EF4-FFF2-40B4-BE49-F238E27FC236}">
                <a16:creationId xmlns:a16="http://schemas.microsoft.com/office/drawing/2014/main" id="{E5734D22-D6EB-7BC6-7981-EA2CF5AC33C6}"/>
              </a:ext>
            </a:extLst>
          </p:cNvPr>
          <p:cNvSpPr>
            <a:spLocks noGrp="1"/>
          </p:cNvSpPr>
          <p:nvPr>
            <p:ph type="body" sz="quarter" idx="13"/>
          </p:nvPr>
        </p:nvSpPr>
        <p:spPr/>
        <p:txBody>
          <a:bodyPr/>
          <a:lstStyle/>
          <a:p>
            <a:r>
              <a:rPr lang="en-US" dirty="0"/>
              <a:t>Base </a:t>
            </a:r>
            <a:r>
              <a:rPr lang="en-US" dirty="0" err="1"/>
              <a:t>Url</a:t>
            </a:r>
            <a:r>
              <a:rPr lang="en-US" dirty="0"/>
              <a:t> : /product</a:t>
            </a:r>
          </a:p>
        </p:txBody>
      </p:sp>
      <p:sp>
        <p:nvSpPr>
          <p:cNvPr id="4" name="Text Placeholder 3">
            <a:extLst>
              <a:ext uri="{FF2B5EF4-FFF2-40B4-BE49-F238E27FC236}">
                <a16:creationId xmlns:a16="http://schemas.microsoft.com/office/drawing/2014/main" id="{6AC8E868-EB27-D097-6A7C-A81C4BEA3367}"/>
              </a:ext>
            </a:extLst>
          </p:cNvPr>
          <p:cNvSpPr>
            <a:spLocks noGrp="1"/>
          </p:cNvSpPr>
          <p:nvPr>
            <p:ph type="body" idx="1"/>
          </p:nvPr>
        </p:nvSpPr>
        <p:spPr/>
        <p:txBody>
          <a:bodyPr/>
          <a:lstStyle/>
          <a:p>
            <a:r>
              <a:rPr lang="en-US" dirty="0"/>
              <a:t>This </a:t>
            </a:r>
            <a:r>
              <a:rPr lang="en-US" dirty="0" err="1"/>
              <a:t>url</a:t>
            </a:r>
            <a:r>
              <a:rPr lang="en-US" dirty="0"/>
              <a:t> will be used for product management</a:t>
            </a:r>
          </a:p>
        </p:txBody>
      </p:sp>
    </p:spTree>
    <p:extLst>
      <p:ext uri="{BB962C8B-B14F-4D97-AF65-F5344CB8AC3E}">
        <p14:creationId xmlns:p14="http://schemas.microsoft.com/office/powerpoint/2010/main" val="22682145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/product/{id}</a:t>
            </a:r>
          </a:p>
        </p:txBody>
      </p:sp>
      <p:sp>
        <p:nvSpPr>
          <p:cNvPr id="3" name="Content Placeholder 2"/>
          <p:cNvSpPr>
            <a:spLocks noGrp="1"/>
          </p:cNvSpPr>
          <p:nvPr>
            <p:ph idx="1"/>
          </p:nvPr>
        </p:nvSpPr>
        <p:spPr/>
        <p:txBody>
          <a:bodyPr/>
          <a:lstStyle/>
          <a:p>
            <a:r>
              <a:t>Operation ID: getById</a:t>
            </a:r>
          </a:p>
          <a:p>
            <a:r>
              <a:t>Parameters: id (path)</a:t>
            </a:r>
          </a:p>
          <a:p>
            <a:r>
              <a:t>Responses:</a:t>
            </a:r>
          </a:p>
          <a:p>
            <a:r>
              <a:t>  200: OK</a:t>
            </a:r>
          </a:p>
          <a:p>
            <a:endParaRPr/>
          </a:p>
        </p:txBody>
      </p:sp>
    </p:spTree>
    <p:extLst>
      <p:ext uri="{BB962C8B-B14F-4D97-AF65-F5344CB8AC3E}">
        <p14:creationId xmlns:p14="http://schemas.microsoft.com/office/powerpoint/2010/main" val="22794180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PUT /product/{id}</a:t>
            </a:r>
          </a:p>
        </p:txBody>
      </p:sp>
      <p:sp>
        <p:nvSpPr>
          <p:cNvPr id="3" name="Content Placeholder 2"/>
          <p:cNvSpPr>
            <a:spLocks noGrp="1"/>
          </p:cNvSpPr>
          <p:nvPr>
            <p:ph idx="1"/>
          </p:nvPr>
        </p:nvSpPr>
        <p:spPr/>
        <p:txBody>
          <a:bodyPr/>
          <a:lstStyle/>
          <a:p>
            <a:r>
              <a:t>Operation ID: update</a:t>
            </a:r>
          </a:p>
          <a:p>
            <a:r>
              <a:t>Parameters: id (path)</a:t>
            </a:r>
          </a:p>
          <a:p>
            <a:r>
              <a:t>Request Body: {'application/json': {'schema': {'$ref': '#/components/schemas/Product'}}}</a:t>
            </a:r>
          </a:p>
          <a:p>
            <a:r>
              <a:t>Responses:</a:t>
            </a:r>
          </a:p>
          <a:p>
            <a:r>
              <a:t>  200: OK</a:t>
            </a:r>
          </a:p>
          <a:p>
            <a:endParaRPr/>
          </a:p>
        </p:txBody>
      </p:sp>
    </p:spTree>
    <p:extLst>
      <p:ext uri="{BB962C8B-B14F-4D97-AF65-F5344CB8AC3E}">
        <p14:creationId xmlns:p14="http://schemas.microsoft.com/office/powerpoint/2010/main" val="38069548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DELETE /product/{id}</a:t>
            </a:r>
          </a:p>
        </p:txBody>
      </p:sp>
      <p:sp>
        <p:nvSpPr>
          <p:cNvPr id="3" name="Content Placeholder 2"/>
          <p:cNvSpPr>
            <a:spLocks noGrp="1"/>
          </p:cNvSpPr>
          <p:nvPr>
            <p:ph idx="1"/>
          </p:nvPr>
        </p:nvSpPr>
        <p:spPr/>
        <p:txBody>
          <a:bodyPr/>
          <a:lstStyle/>
          <a:p>
            <a:r>
              <a:t>Operation ID: delete</a:t>
            </a:r>
          </a:p>
          <a:p>
            <a:r>
              <a:t>Parameters: id (path)</a:t>
            </a:r>
          </a:p>
          <a:p>
            <a:r>
              <a:t>Responses:</a:t>
            </a:r>
          </a:p>
          <a:p>
            <a:r>
              <a:t>  200: OK</a:t>
            </a:r>
          </a:p>
          <a:p>
            <a:endParaRPr/>
          </a:p>
        </p:txBody>
      </p:sp>
    </p:spTree>
    <p:extLst>
      <p:ext uri="{BB962C8B-B14F-4D97-AF65-F5344CB8AC3E}">
        <p14:creationId xmlns:p14="http://schemas.microsoft.com/office/powerpoint/2010/main" val="26319763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POST /product/new</a:t>
            </a:r>
          </a:p>
        </p:txBody>
      </p:sp>
      <p:sp>
        <p:nvSpPr>
          <p:cNvPr id="3" name="Content Placeholder 2"/>
          <p:cNvSpPr>
            <a:spLocks noGrp="1"/>
          </p:cNvSpPr>
          <p:nvPr>
            <p:ph idx="1"/>
          </p:nvPr>
        </p:nvSpPr>
        <p:spPr/>
        <p:txBody>
          <a:bodyPr/>
          <a:lstStyle/>
          <a:p>
            <a:r>
              <a:t>Operation ID: add</a:t>
            </a:r>
          </a:p>
          <a:p>
            <a:r>
              <a:t>Request Body: {'application/json': {'schema': {'$ref': '#/components/schemas/Product'}}}</a:t>
            </a:r>
          </a:p>
          <a:p>
            <a:r>
              <a:t>Responses:</a:t>
            </a:r>
          </a:p>
          <a:p>
            <a:r>
              <a:t>  200: OK</a:t>
            </a:r>
          </a:p>
          <a:p>
            <a:endParaRPr/>
          </a:p>
        </p:txBody>
      </p:sp>
    </p:spTree>
    <p:extLst>
      <p:ext uri="{BB962C8B-B14F-4D97-AF65-F5344CB8AC3E}">
        <p14:creationId xmlns:p14="http://schemas.microsoft.com/office/powerpoint/2010/main" val="7013615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/product</a:t>
            </a:r>
          </a:p>
        </p:txBody>
      </p:sp>
      <p:sp>
        <p:nvSpPr>
          <p:cNvPr id="3" name="Content Placeholder 2"/>
          <p:cNvSpPr>
            <a:spLocks noGrp="1"/>
          </p:cNvSpPr>
          <p:nvPr>
            <p:ph idx="1"/>
          </p:nvPr>
        </p:nvSpPr>
        <p:spPr/>
        <p:txBody>
          <a:bodyPr/>
          <a:lstStyle/>
          <a:p>
            <a:r>
              <a:t>Operation ID: getProducts</a:t>
            </a:r>
          </a:p>
          <a:p>
            <a:r>
              <a:t>Parameters: page (query), size (query)</a:t>
            </a:r>
          </a:p>
          <a:p>
            <a:r>
              <a:t>Responses:</a:t>
            </a:r>
          </a:p>
          <a:p>
            <a:r>
              <a:t>  200: OK</a:t>
            </a:r>
          </a:p>
          <a:p>
            <a:endParaRPr/>
          </a:p>
        </p:txBody>
      </p:sp>
    </p:spTree>
    <p:extLst>
      <p:ext uri="{BB962C8B-B14F-4D97-AF65-F5344CB8AC3E}">
        <p14:creationId xmlns:p14="http://schemas.microsoft.com/office/powerpoint/2010/main" val="28517935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/product/search/{name}</a:t>
            </a:r>
          </a:p>
        </p:txBody>
      </p:sp>
      <p:sp>
        <p:nvSpPr>
          <p:cNvPr id="3" name="Content Placeholder 2"/>
          <p:cNvSpPr>
            <a:spLocks noGrp="1"/>
          </p:cNvSpPr>
          <p:nvPr>
            <p:ph idx="1"/>
          </p:nvPr>
        </p:nvSpPr>
        <p:spPr/>
        <p:txBody>
          <a:bodyPr/>
          <a:lstStyle/>
          <a:p>
            <a:r>
              <a:t>Operation ID: search</a:t>
            </a:r>
          </a:p>
          <a:p>
            <a:r>
              <a:t>Parameters: name (path), page (query), size (query)</a:t>
            </a:r>
          </a:p>
          <a:p>
            <a:r>
              <a:t>Responses:</a:t>
            </a:r>
          </a:p>
          <a:p>
            <a:r>
              <a:t>  200: OK</a:t>
            </a:r>
          </a:p>
          <a:p>
            <a:endParaRPr/>
          </a:p>
        </p:txBody>
      </p:sp>
    </p:spTree>
    <p:extLst>
      <p:ext uri="{BB962C8B-B14F-4D97-AF65-F5344CB8AC3E}">
        <p14:creationId xmlns:p14="http://schemas.microsoft.com/office/powerpoint/2010/main" val="32660201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9F78D-B251-F7AB-46F3-FC6F8B567D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E64D95-9091-093A-914C-EE134A86C2DF}"/>
              </a:ext>
            </a:extLst>
          </p:cNvPr>
          <p:cNvSpPr>
            <a:spLocks noGrp="1"/>
          </p:cNvSpPr>
          <p:nvPr>
            <p:ph type="title"/>
          </p:nvPr>
        </p:nvSpPr>
        <p:spPr/>
        <p:txBody>
          <a:bodyPr/>
          <a:lstStyle/>
          <a:p>
            <a:r>
              <a:rPr lang="en-US" dirty="0"/>
              <a:t>Cart Controller</a:t>
            </a:r>
          </a:p>
        </p:txBody>
      </p:sp>
      <p:sp>
        <p:nvSpPr>
          <p:cNvPr id="3" name="Text Placeholder 2">
            <a:extLst>
              <a:ext uri="{FF2B5EF4-FFF2-40B4-BE49-F238E27FC236}">
                <a16:creationId xmlns:a16="http://schemas.microsoft.com/office/drawing/2014/main" id="{42B2B22C-0783-30B6-1BB2-3847F4928F5C}"/>
              </a:ext>
            </a:extLst>
          </p:cNvPr>
          <p:cNvSpPr>
            <a:spLocks noGrp="1"/>
          </p:cNvSpPr>
          <p:nvPr>
            <p:ph type="body" sz="quarter" idx="13"/>
          </p:nvPr>
        </p:nvSpPr>
        <p:spPr/>
        <p:txBody>
          <a:bodyPr/>
          <a:lstStyle/>
          <a:p>
            <a:r>
              <a:rPr lang="en-US" dirty="0"/>
              <a:t>Base </a:t>
            </a:r>
            <a:r>
              <a:rPr lang="en-US" dirty="0" err="1"/>
              <a:t>Url</a:t>
            </a:r>
            <a:r>
              <a:rPr lang="en-US" dirty="0"/>
              <a:t> : /cart</a:t>
            </a:r>
          </a:p>
        </p:txBody>
      </p:sp>
      <p:sp>
        <p:nvSpPr>
          <p:cNvPr id="4" name="Text Placeholder 3">
            <a:extLst>
              <a:ext uri="{FF2B5EF4-FFF2-40B4-BE49-F238E27FC236}">
                <a16:creationId xmlns:a16="http://schemas.microsoft.com/office/drawing/2014/main" id="{3CB64C0C-3286-D160-EEF1-3B9437EC427E}"/>
              </a:ext>
            </a:extLst>
          </p:cNvPr>
          <p:cNvSpPr>
            <a:spLocks noGrp="1"/>
          </p:cNvSpPr>
          <p:nvPr>
            <p:ph type="body" idx="1"/>
          </p:nvPr>
        </p:nvSpPr>
        <p:spPr/>
        <p:txBody>
          <a:bodyPr/>
          <a:lstStyle/>
          <a:p>
            <a:r>
              <a:rPr lang="en-US" dirty="0"/>
              <a:t>This </a:t>
            </a:r>
            <a:r>
              <a:rPr lang="en-US" dirty="0" err="1"/>
              <a:t>url</a:t>
            </a:r>
            <a:r>
              <a:rPr lang="en-US" dirty="0"/>
              <a:t> will be used for cart management</a:t>
            </a:r>
          </a:p>
        </p:txBody>
      </p:sp>
    </p:spTree>
    <p:extLst>
      <p:ext uri="{BB962C8B-B14F-4D97-AF65-F5344CB8AC3E}">
        <p14:creationId xmlns:p14="http://schemas.microsoft.com/office/powerpoint/2010/main" val="23400448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/carts/{id}</a:t>
            </a:r>
          </a:p>
        </p:txBody>
      </p:sp>
      <p:sp>
        <p:nvSpPr>
          <p:cNvPr id="3" name="Content Placeholder 2"/>
          <p:cNvSpPr>
            <a:spLocks noGrp="1"/>
          </p:cNvSpPr>
          <p:nvPr>
            <p:ph idx="1"/>
          </p:nvPr>
        </p:nvSpPr>
        <p:spPr/>
        <p:txBody>
          <a:bodyPr/>
          <a:lstStyle/>
          <a:p>
            <a:r>
              <a:t>Operation ID: getCartById</a:t>
            </a:r>
          </a:p>
          <a:p>
            <a:r>
              <a:t>Parameters: id (path)</a:t>
            </a:r>
          </a:p>
          <a:p>
            <a:r>
              <a:t>Responses:</a:t>
            </a:r>
          </a:p>
          <a:p>
            <a:r>
              <a:t>  200: OK</a:t>
            </a:r>
          </a:p>
          <a:p>
            <a:endParaRPr/>
          </a:p>
        </p:txBody>
      </p:sp>
    </p:spTree>
    <p:extLst>
      <p:ext uri="{BB962C8B-B14F-4D97-AF65-F5344CB8AC3E}">
        <p14:creationId xmlns:p14="http://schemas.microsoft.com/office/powerpoint/2010/main" val="27036518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PUT /carts/{id}</a:t>
            </a:r>
          </a:p>
        </p:txBody>
      </p:sp>
      <p:sp>
        <p:nvSpPr>
          <p:cNvPr id="3" name="Content Placeholder 2"/>
          <p:cNvSpPr>
            <a:spLocks noGrp="1"/>
          </p:cNvSpPr>
          <p:nvPr>
            <p:ph idx="1"/>
          </p:nvPr>
        </p:nvSpPr>
        <p:spPr/>
        <p:txBody>
          <a:bodyPr/>
          <a:lstStyle/>
          <a:p>
            <a:r>
              <a:t>Operation ID: updateCart</a:t>
            </a:r>
          </a:p>
          <a:p>
            <a:r>
              <a:t>Parameters: id (path)</a:t>
            </a:r>
          </a:p>
          <a:p>
            <a:r>
              <a:t>Request Body: {'application/json': {'schema': {'$ref': '#/components/schemas/Cart'}}}</a:t>
            </a:r>
          </a:p>
          <a:p>
            <a:r>
              <a:t>Responses:</a:t>
            </a:r>
          </a:p>
          <a:p>
            <a:r>
              <a:t>  200: OK</a:t>
            </a:r>
          </a:p>
          <a:p>
            <a:endParaRPr/>
          </a:p>
        </p:txBody>
      </p:sp>
    </p:spTree>
    <p:extLst>
      <p:ext uri="{BB962C8B-B14F-4D97-AF65-F5344CB8AC3E}">
        <p14:creationId xmlns:p14="http://schemas.microsoft.com/office/powerpoint/2010/main" val="30161812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DELETE /carts/{id}</a:t>
            </a:r>
          </a:p>
        </p:txBody>
      </p:sp>
      <p:sp>
        <p:nvSpPr>
          <p:cNvPr id="3" name="Content Placeholder 2"/>
          <p:cNvSpPr>
            <a:spLocks noGrp="1"/>
          </p:cNvSpPr>
          <p:nvPr>
            <p:ph idx="1"/>
          </p:nvPr>
        </p:nvSpPr>
        <p:spPr/>
        <p:txBody>
          <a:bodyPr/>
          <a:lstStyle/>
          <a:p>
            <a:r>
              <a:t>Operation ID: deleteCart</a:t>
            </a:r>
          </a:p>
          <a:p>
            <a:r>
              <a:t>Parameters: id (path)</a:t>
            </a:r>
          </a:p>
          <a:p>
            <a:r>
              <a:t>Responses:</a:t>
            </a:r>
          </a:p>
          <a:p>
            <a:r>
              <a:t>  200: OK</a:t>
            </a:r>
          </a:p>
          <a:p>
            <a:endParaRPr/>
          </a:p>
        </p:txBody>
      </p:sp>
    </p:spTree>
    <p:extLst>
      <p:ext uri="{BB962C8B-B14F-4D97-AF65-F5344CB8AC3E}">
        <p14:creationId xmlns:p14="http://schemas.microsoft.com/office/powerpoint/2010/main" val="38199334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/carts/user/{userId}</a:t>
            </a:r>
          </a:p>
        </p:txBody>
      </p:sp>
      <p:sp>
        <p:nvSpPr>
          <p:cNvPr id="3" name="Content Placeholder 2"/>
          <p:cNvSpPr>
            <a:spLocks noGrp="1"/>
          </p:cNvSpPr>
          <p:nvPr>
            <p:ph idx="1"/>
          </p:nvPr>
        </p:nvSpPr>
        <p:spPr/>
        <p:txBody>
          <a:bodyPr/>
          <a:lstStyle/>
          <a:p>
            <a:r>
              <a:t>Operation ID: getCartByUser</a:t>
            </a:r>
          </a:p>
          <a:p>
            <a:r>
              <a:t>Parameters: userId (path)</a:t>
            </a:r>
          </a:p>
          <a:p>
            <a:r>
              <a:t>Responses:</a:t>
            </a:r>
          </a:p>
          <a:p>
            <a:r>
              <a:t>  200: OK</a:t>
            </a:r>
          </a:p>
          <a:p>
            <a:endParaRPr/>
          </a:p>
        </p:txBody>
      </p:sp>
    </p:spTree>
    <p:extLst>
      <p:ext uri="{BB962C8B-B14F-4D97-AF65-F5344CB8AC3E}">
        <p14:creationId xmlns:p14="http://schemas.microsoft.com/office/powerpoint/2010/main" val="31103273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/carts</a:t>
            </a:r>
          </a:p>
        </p:txBody>
      </p:sp>
      <p:sp>
        <p:nvSpPr>
          <p:cNvPr id="3" name="Content Placeholder 2"/>
          <p:cNvSpPr>
            <a:spLocks noGrp="1"/>
          </p:cNvSpPr>
          <p:nvPr>
            <p:ph idx="1"/>
          </p:nvPr>
        </p:nvSpPr>
        <p:spPr/>
        <p:txBody>
          <a:bodyPr/>
          <a:lstStyle/>
          <a:p>
            <a:r>
              <a:t>Operation ID: getAllCarts</a:t>
            </a:r>
          </a:p>
          <a:p>
            <a:r>
              <a:t>Parameters: page (query), size (query)</a:t>
            </a:r>
          </a:p>
          <a:p>
            <a:r>
              <a:t>Responses:</a:t>
            </a:r>
          </a:p>
          <a:p>
            <a:r>
              <a:t>  200: OK</a:t>
            </a:r>
          </a:p>
          <a:p>
            <a:endParaRPr/>
          </a:p>
        </p:txBody>
      </p:sp>
    </p:spTree>
    <p:extLst>
      <p:ext uri="{BB962C8B-B14F-4D97-AF65-F5344CB8AC3E}">
        <p14:creationId xmlns:p14="http://schemas.microsoft.com/office/powerpoint/2010/main" val="10188255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POST /carts</a:t>
            </a:r>
          </a:p>
        </p:txBody>
      </p:sp>
      <p:sp>
        <p:nvSpPr>
          <p:cNvPr id="3" name="Content Placeholder 2"/>
          <p:cNvSpPr>
            <a:spLocks noGrp="1"/>
          </p:cNvSpPr>
          <p:nvPr>
            <p:ph idx="1"/>
          </p:nvPr>
        </p:nvSpPr>
        <p:spPr/>
        <p:txBody>
          <a:bodyPr/>
          <a:lstStyle/>
          <a:p>
            <a:r>
              <a:t>Operation ID: createCart</a:t>
            </a:r>
          </a:p>
          <a:p>
            <a:r>
              <a:t>Request Body: {'application/json': {'schema': {'$ref': '#/components/schemas/Cart'}}}</a:t>
            </a:r>
          </a:p>
          <a:p>
            <a:r>
              <a:t>Responses:</a:t>
            </a:r>
          </a:p>
          <a:p>
            <a:r>
              <a:t>  200: OK</a:t>
            </a:r>
          </a:p>
          <a:p>
            <a:endParaRPr/>
          </a:p>
        </p:txBody>
      </p:sp>
    </p:spTree>
    <p:extLst>
      <p:ext uri="{BB962C8B-B14F-4D97-AF65-F5344CB8AC3E}">
        <p14:creationId xmlns:p14="http://schemas.microsoft.com/office/powerpoint/2010/main" val="5451827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96E13-2558-FF8C-706D-6E1269658F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A39100-D0CC-D8E9-C2CA-52DB523BB86C}"/>
              </a:ext>
            </a:extLst>
          </p:cNvPr>
          <p:cNvSpPr>
            <a:spLocks noGrp="1"/>
          </p:cNvSpPr>
          <p:nvPr>
            <p:ph type="title"/>
          </p:nvPr>
        </p:nvSpPr>
        <p:spPr/>
        <p:txBody>
          <a:bodyPr/>
          <a:lstStyle/>
          <a:p>
            <a:r>
              <a:rPr lang="en-US" dirty="0"/>
              <a:t>Orders Controller</a:t>
            </a:r>
          </a:p>
        </p:txBody>
      </p:sp>
      <p:sp>
        <p:nvSpPr>
          <p:cNvPr id="3" name="Text Placeholder 2">
            <a:extLst>
              <a:ext uri="{FF2B5EF4-FFF2-40B4-BE49-F238E27FC236}">
                <a16:creationId xmlns:a16="http://schemas.microsoft.com/office/drawing/2014/main" id="{7CD55C36-CDE7-AE6C-20C2-0417209B8E1E}"/>
              </a:ext>
            </a:extLst>
          </p:cNvPr>
          <p:cNvSpPr>
            <a:spLocks noGrp="1"/>
          </p:cNvSpPr>
          <p:nvPr>
            <p:ph type="body" sz="quarter" idx="13"/>
          </p:nvPr>
        </p:nvSpPr>
        <p:spPr/>
        <p:txBody>
          <a:bodyPr/>
          <a:lstStyle/>
          <a:p>
            <a:r>
              <a:rPr lang="en-US" dirty="0"/>
              <a:t>Base </a:t>
            </a:r>
            <a:r>
              <a:rPr lang="en-US" dirty="0" err="1"/>
              <a:t>Url</a:t>
            </a:r>
            <a:r>
              <a:rPr lang="en-US" dirty="0"/>
              <a:t> : /order</a:t>
            </a:r>
          </a:p>
        </p:txBody>
      </p:sp>
      <p:sp>
        <p:nvSpPr>
          <p:cNvPr id="4" name="Text Placeholder 3">
            <a:extLst>
              <a:ext uri="{FF2B5EF4-FFF2-40B4-BE49-F238E27FC236}">
                <a16:creationId xmlns:a16="http://schemas.microsoft.com/office/drawing/2014/main" id="{7B675078-D365-161D-E46C-0FC297CF1A52}"/>
              </a:ext>
            </a:extLst>
          </p:cNvPr>
          <p:cNvSpPr>
            <a:spLocks noGrp="1"/>
          </p:cNvSpPr>
          <p:nvPr>
            <p:ph type="body" idx="1"/>
          </p:nvPr>
        </p:nvSpPr>
        <p:spPr/>
        <p:txBody>
          <a:bodyPr/>
          <a:lstStyle/>
          <a:p>
            <a:r>
              <a:rPr lang="en-US" dirty="0"/>
              <a:t>This </a:t>
            </a:r>
            <a:r>
              <a:rPr lang="en-US" dirty="0" err="1"/>
              <a:t>url</a:t>
            </a:r>
            <a:r>
              <a:rPr lang="en-US" dirty="0"/>
              <a:t> will be used for order of products management</a:t>
            </a:r>
          </a:p>
        </p:txBody>
      </p:sp>
    </p:spTree>
    <p:extLst>
      <p:ext uri="{BB962C8B-B14F-4D97-AF65-F5344CB8AC3E}">
        <p14:creationId xmlns:p14="http://schemas.microsoft.com/office/powerpoint/2010/main" val="1848491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/order/{id}</a:t>
            </a:r>
          </a:p>
        </p:txBody>
      </p:sp>
      <p:sp>
        <p:nvSpPr>
          <p:cNvPr id="3" name="Content Placeholder 2"/>
          <p:cNvSpPr>
            <a:spLocks noGrp="1"/>
          </p:cNvSpPr>
          <p:nvPr>
            <p:ph idx="1"/>
          </p:nvPr>
        </p:nvSpPr>
        <p:spPr/>
        <p:txBody>
          <a:bodyPr/>
          <a:lstStyle/>
          <a:p>
            <a:r>
              <a:t>Operation ID: getOrder</a:t>
            </a:r>
          </a:p>
          <a:p>
            <a:r>
              <a:t>Parameters: id (path)</a:t>
            </a:r>
          </a:p>
          <a:p>
            <a:r>
              <a:t>Responses:</a:t>
            </a:r>
          </a:p>
          <a:p>
            <a:r>
              <a:t>  200: OK</a:t>
            </a:r>
          </a:p>
          <a:p>
            <a:endParaRPr/>
          </a:p>
        </p:txBody>
      </p:sp>
    </p:spTree>
    <p:extLst>
      <p:ext uri="{BB962C8B-B14F-4D97-AF65-F5344CB8AC3E}">
        <p14:creationId xmlns:p14="http://schemas.microsoft.com/office/powerpoint/2010/main" val="8361656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PUT /order/{id}</a:t>
            </a:r>
          </a:p>
        </p:txBody>
      </p:sp>
      <p:sp>
        <p:nvSpPr>
          <p:cNvPr id="3" name="Content Placeholder 2"/>
          <p:cNvSpPr>
            <a:spLocks noGrp="1"/>
          </p:cNvSpPr>
          <p:nvPr>
            <p:ph idx="1"/>
          </p:nvPr>
        </p:nvSpPr>
        <p:spPr/>
        <p:txBody>
          <a:bodyPr/>
          <a:lstStyle/>
          <a:p>
            <a:r>
              <a:t>Operation ID: updateOrder</a:t>
            </a:r>
          </a:p>
          <a:p>
            <a:r>
              <a:t>Parameters: id (path)</a:t>
            </a:r>
          </a:p>
          <a:p>
            <a:r>
              <a:t>Request Body: {'application/json': {'schema': {'$ref': '#/components/schemas/Order'}}}</a:t>
            </a:r>
          </a:p>
          <a:p>
            <a:r>
              <a:t>Responses:</a:t>
            </a:r>
          </a:p>
          <a:p>
            <a:r>
              <a:t>  200: OK</a:t>
            </a:r>
          </a:p>
          <a:p>
            <a:endParaRPr/>
          </a:p>
        </p:txBody>
      </p:sp>
    </p:spTree>
    <p:extLst>
      <p:ext uri="{BB962C8B-B14F-4D97-AF65-F5344CB8AC3E}">
        <p14:creationId xmlns:p14="http://schemas.microsoft.com/office/powerpoint/2010/main" val="34061453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DELETE /order/{id}</a:t>
            </a:r>
          </a:p>
        </p:txBody>
      </p:sp>
      <p:sp>
        <p:nvSpPr>
          <p:cNvPr id="3" name="Content Placeholder 2"/>
          <p:cNvSpPr>
            <a:spLocks noGrp="1"/>
          </p:cNvSpPr>
          <p:nvPr>
            <p:ph idx="1"/>
          </p:nvPr>
        </p:nvSpPr>
        <p:spPr/>
        <p:txBody>
          <a:bodyPr/>
          <a:lstStyle/>
          <a:p>
            <a:r>
              <a:t>Operation ID: deleteOrder</a:t>
            </a:r>
          </a:p>
          <a:p>
            <a:r>
              <a:t>Parameters: id (path)</a:t>
            </a:r>
          </a:p>
          <a:p>
            <a:r>
              <a:t>Responses:</a:t>
            </a:r>
          </a:p>
          <a:p>
            <a:r>
              <a:t>  200: OK</a:t>
            </a:r>
          </a:p>
          <a:p>
            <a:endParaRPr/>
          </a:p>
        </p:txBody>
      </p:sp>
    </p:spTree>
    <p:extLst>
      <p:ext uri="{BB962C8B-B14F-4D97-AF65-F5344CB8AC3E}">
        <p14:creationId xmlns:p14="http://schemas.microsoft.com/office/powerpoint/2010/main" val="18441267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PUT /order/{id}/status</a:t>
            </a:r>
          </a:p>
        </p:txBody>
      </p:sp>
      <p:sp>
        <p:nvSpPr>
          <p:cNvPr id="3" name="Content Placeholder 2"/>
          <p:cNvSpPr>
            <a:spLocks noGrp="1"/>
          </p:cNvSpPr>
          <p:nvPr>
            <p:ph idx="1"/>
          </p:nvPr>
        </p:nvSpPr>
        <p:spPr/>
        <p:txBody>
          <a:bodyPr/>
          <a:lstStyle/>
          <a:p>
            <a:r>
              <a:t>Operation ID: updateOrderStatus</a:t>
            </a:r>
          </a:p>
          <a:p>
            <a:r>
              <a:t>Parameters: id (path), status (query)</a:t>
            </a:r>
          </a:p>
          <a:p>
            <a:r>
              <a:t>Responses:</a:t>
            </a:r>
          </a:p>
          <a:p>
            <a:r>
              <a:t>  200: OK</a:t>
            </a:r>
          </a:p>
          <a:p>
            <a:endParaRPr/>
          </a:p>
        </p:txBody>
      </p:sp>
    </p:spTree>
    <p:extLst>
      <p:ext uri="{BB962C8B-B14F-4D97-AF65-F5344CB8AC3E}">
        <p14:creationId xmlns:p14="http://schemas.microsoft.com/office/powerpoint/2010/main" val="4905701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/order/user/{userId}</a:t>
            </a:r>
          </a:p>
        </p:txBody>
      </p:sp>
      <p:sp>
        <p:nvSpPr>
          <p:cNvPr id="3" name="Content Placeholder 2"/>
          <p:cNvSpPr>
            <a:spLocks noGrp="1"/>
          </p:cNvSpPr>
          <p:nvPr>
            <p:ph idx="1"/>
          </p:nvPr>
        </p:nvSpPr>
        <p:spPr/>
        <p:txBody>
          <a:bodyPr/>
          <a:lstStyle/>
          <a:p>
            <a:r>
              <a:t>Operation ID: getOrdersByUser</a:t>
            </a:r>
          </a:p>
          <a:p>
            <a:r>
              <a:t>Parameters: userId (path), page (query), size (query)</a:t>
            </a:r>
          </a:p>
          <a:p>
            <a:r>
              <a:t>Responses:</a:t>
            </a:r>
          </a:p>
          <a:p>
            <a:r>
              <a:t>  200: OK</a:t>
            </a:r>
          </a:p>
          <a:p>
            <a:endParaRPr/>
          </a:p>
        </p:txBody>
      </p:sp>
    </p:spTree>
    <p:extLst>
      <p:ext uri="{BB962C8B-B14F-4D97-AF65-F5344CB8AC3E}">
        <p14:creationId xmlns:p14="http://schemas.microsoft.com/office/powerpoint/2010/main" val="19804080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/order</a:t>
            </a:r>
          </a:p>
        </p:txBody>
      </p:sp>
      <p:sp>
        <p:nvSpPr>
          <p:cNvPr id="3" name="Content Placeholder 2"/>
          <p:cNvSpPr>
            <a:spLocks noGrp="1"/>
          </p:cNvSpPr>
          <p:nvPr>
            <p:ph idx="1"/>
          </p:nvPr>
        </p:nvSpPr>
        <p:spPr/>
        <p:txBody>
          <a:bodyPr/>
          <a:lstStyle/>
          <a:p>
            <a:r>
              <a:t>Operation ID: getOrders</a:t>
            </a:r>
          </a:p>
          <a:p>
            <a:r>
              <a:t>Parameters: page (query), size (query)</a:t>
            </a:r>
          </a:p>
          <a:p>
            <a:r>
              <a:t>Responses:</a:t>
            </a:r>
          </a:p>
          <a:p>
            <a:r>
              <a:t>  200: OK</a:t>
            </a:r>
          </a:p>
          <a:p>
            <a:endParaRPr/>
          </a:p>
        </p:txBody>
      </p:sp>
    </p:spTree>
    <p:extLst>
      <p:ext uri="{BB962C8B-B14F-4D97-AF65-F5344CB8AC3E}">
        <p14:creationId xmlns:p14="http://schemas.microsoft.com/office/powerpoint/2010/main" val="39503510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POST /order</a:t>
            </a:r>
          </a:p>
        </p:txBody>
      </p:sp>
      <p:sp>
        <p:nvSpPr>
          <p:cNvPr id="3" name="Content Placeholder 2"/>
          <p:cNvSpPr>
            <a:spLocks noGrp="1"/>
          </p:cNvSpPr>
          <p:nvPr>
            <p:ph idx="1"/>
          </p:nvPr>
        </p:nvSpPr>
        <p:spPr/>
        <p:txBody>
          <a:bodyPr/>
          <a:lstStyle/>
          <a:p>
            <a:r>
              <a:t>Operation ID: createOrder</a:t>
            </a:r>
          </a:p>
          <a:p>
            <a:r>
              <a:t>Request Body: {'application/json': {'schema': {'$ref': '#/components/schemas/Order'}}}</a:t>
            </a:r>
          </a:p>
          <a:p>
            <a:r>
              <a:t>Responses:</a:t>
            </a:r>
          </a:p>
          <a:p>
            <a:r>
              <a:t>  200: OK</a:t>
            </a:r>
          </a:p>
          <a:p>
            <a:endParaRPr/>
          </a:p>
        </p:txBody>
      </p:sp>
    </p:spTree>
    <p:extLst>
      <p:ext uri="{BB962C8B-B14F-4D97-AF65-F5344CB8AC3E}">
        <p14:creationId xmlns:p14="http://schemas.microsoft.com/office/powerpoint/2010/main" val="4754280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2C6E5-F09A-F33D-583F-928AEF214B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A3C854-A549-D676-13B8-1221824B477E}"/>
              </a:ext>
            </a:extLst>
          </p:cNvPr>
          <p:cNvSpPr>
            <a:spLocks noGrp="1"/>
          </p:cNvSpPr>
          <p:nvPr>
            <p:ph type="title"/>
          </p:nvPr>
        </p:nvSpPr>
        <p:spPr/>
        <p:txBody>
          <a:bodyPr/>
          <a:lstStyle/>
          <a:p>
            <a:r>
              <a:rPr lang="en-US" dirty="0"/>
              <a:t>Parcel Controller</a:t>
            </a:r>
          </a:p>
        </p:txBody>
      </p:sp>
      <p:sp>
        <p:nvSpPr>
          <p:cNvPr id="3" name="Text Placeholder 2">
            <a:extLst>
              <a:ext uri="{FF2B5EF4-FFF2-40B4-BE49-F238E27FC236}">
                <a16:creationId xmlns:a16="http://schemas.microsoft.com/office/drawing/2014/main" id="{48995433-B041-C357-3EA9-6D7791F93AD6}"/>
              </a:ext>
            </a:extLst>
          </p:cNvPr>
          <p:cNvSpPr>
            <a:spLocks noGrp="1"/>
          </p:cNvSpPr>
          <p:nvPr>
            <p:ph type="body" sz="quarter" idx="13"/>
          </p:nvPr>
        </p:nvSpPr>
        <p:spPr/>
        <p:txBody>
          <a:bodyPr/>
          <a:lstStyle/>
          <a:p>
            <a:r>
              <a:rPr lang="en-US" dirty="0"/>
              <a:t>Base </a:t>
            </a:r>
            <a:r>
              <a:rPr lang="en-US" dirty="0" err="1"/>
              <a:t>Url</a:t>
            </a:r>
            <a:r>
              <a:rPr lang="en-US" dirty="0"/>
              <a:t> : /</a:t>
            </a:r>
            <a:r>
              <a:rPr lang="en-US" dirty="0" err="1"/>
              <a:t>percel</a:t>
            </a:r>
            <a:endParaRPr lang="en-US" dirty="0"/>
          </a:p>
        </p:txBody>
      </p:sp>
      <p:sp>
        <p:nvSpPr>
          <p:cNvPr id="4" name="Text Placeholder 3">
            <a:extLst>
              <a:ext uri="{FF2B5EF4-FFF2-40B4-BE49-F238E27FC236}">
                <a16:creationId xmlns:a16="http://schemas.microsoft.com/office/drawing/2014/main" id="{524CF00F-BFB0-054F-5E86-BA3BEEE71230}"/>
              </a:ext>
            </a:extLst>
          </p:cNvPr>
          <p:cNvSpPr>
            <a:spLocks noGrp="1"/>
          </p:cNvSpPr>
          <p:nvPr>
            <p:ph type="body" idx="1"/>
          </p:nvPr>
        </p:nvSpPr>
        <p:spPr/>
        <p:txBody>
          <a:bodyPr/>
          <a:lstStyle/>
          <a:p>
            <a:r>
              <a:rPr lang="en-US" dirty="0"/>
              <a:t>This </a:t>
            </a:r>
            <a:r>
              <a:rPr lang="en-US" dirty="0" err="1"/>
              <a:t>url</a:t>
            </a:r>
            <a:r>
              <a:rPr lang="en-US" dirty="0"/>
              <a:t> will be used for </a:t>
            </a:r>
            <a:r>
              <a:rPr lang="en-US" dirty="0" err="1"/>
              <a:t>percel</a:t>
            </a:r>
            <a:r>
              <a:rPr lang="en-US" dirty="0"/>
              <a:t> management</a:t>
            </a:r>
          </a:p>
        </p:txBody>
      </p:sp>
    </p:spTree>
    <p:extLst>
      <p:ext uri="{BB962C8B-B14F-4D97-AF65-F5344CB8AC3E}">
        <p14:creationId xmlns:p14="http://schemas.microsoft.com/office/powerpoint/2010/main" val="5075301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/percel/{id}</a:t>
            </a:r>
          </a:p>
        </p:txBody>
      </p:sp>
      <p:sp>
        <p:nvSpPr>
          <p:cNvPr id="3" name="Content Placeholder 2"/>
          <p:cNvSpPr>
            <a:spLocks noGrp="1"/>
          </p:cNvSpPr>
          <p:nvPr>
            <p:ph idx="1"/>
          </p:nvPr>
        </p:nvSpPr>
        <p:spPr/>
        <p:txBody>
          <a:bodyPr/>
          <a:lstStyle/>
          <a:p>
            <a:r>
              <a:t>Operation ID: getPercel</a:t>
            </a:r>
          </a:p>
          <a:p>
            <a:r>
              <a:t>Parameters: id (path)</a:t>
            </a:r>
          </a:p>
          <a:p>
            <a:r>
              <a:t>Responses:</a:t>
            </a:r>
          </a:p>
          <a:p>
            <a:r>
              <a:t>  200: OK</a:t>
            </a:r>
          </a:p>
          <a:p>
            <a:endParaRPr/>
          </a:p>
        </p:txBody>
      </p:sp>
    </p:spTree>
    <p:extLst>
      <p:ext uri="{BB962C8B-B14F-4D97-AF65-F5344CB8AC3E}">
        <p14:creationId xmlns:p14="http://schemas.microsoft.com/office/powerpoint/2010/main" val="32112575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PUT /percel/{id}</a:t>
            </a:r>
          </a:p>
        </p:txBody>
      </p:sp>
      <p:sp>
        <p:nvSpPr>
          <p:cNvPr id="3" name="Content Placeholder 2"/>
          <p:cNvSpPr>
            <a:spLocks noGrp="1"/>
          </p:cNvSpPr>
          <p:nvPr>
            <p:ph idx="1"/>
          </p:nvPr>
        </p:nvSpPr>
        <p:spPr/>
        <p:txBody>
          <a:bodyPr/>
          <a:lstStyle/>
          <a:p>
            <a:r>
              <a:t>Operation ID: updatePercel</a:t>
            </a:r>
          </a:p>
          <a:p>
            <a:r>
              <a:t>Parameters: id (path)</a:t>
            </a:r>
          </a:p>
          <a:p>
            <a:r>
              <a:t>Request Body: {'application/json': {'schema': {'$ref': '#/components/schemas/Percel'}}}</a:t>
            </a:r>
          </a:p>
          <a:p>
            <a:r>
              <a:t>Responses:</a:t>
            </a:r>
          </a:p>
          <a:p>
            <a:r>
              <a:t>  200: OK</a:t>
            </a:r>
          </a:p>
          <a:p>
            <a:endParaRPr/>
          </a:p>
        </p:txBody>
      </p:sp>
    </p:spTree>
    <p:extLst>
      <p:ext uri="{BB962C8B-B14F-4D97-AF65-F5344CB8AC3E}">
        <p14:creationId xmlns:p14="http://schemas.microsoft.com/office/powerpoint/2010/main" val="25754158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DELETE /percel/{id}</a:t>
            </a:r>
          </a:p>
        </p:txBody>
      </p:sp>
      <p:sp>
        <p:nvSpPr>
          <p:cNvPr id="3" name="Content Placeholder 2"/>
          <p:cNvSpPr>
            <a:spLocks noGrp="1"/>
          </p:cNvSpPr>
          <p:nvPr>
            <p:ph idx="1"/>
          </p:nvPr>
        </p:nvSpPr>
        <p:spPr/>
        <p:txBody>
          <a:bodyPr/>
          <a:lstStyle/>
          <a:p>
            <a:r>
              <a:t>Operation ID: deletePercel</a:t>
            </a:r>
          </a:p>
          <a:p>
            <a:r>
              <a:t>Parameters: id (path)</a:t>
            </a:r>
          </a:p>
          <a:p>
            <a:r>
              <a:t>Responses:</a:t>
            </a:r>
          </a:p>
          <a:p>
            <a:r>
              <a:t>  200: OK</a:t>
            </a:r>
          </a:p>
          <a:p>
            <a:endParaRPr/>
          </a:p>
        </p:txBody>
      </p:sp>
    </p:spTree>
    <p:extLst>
      <p:ext uri="{BB962C8B-B14F-4D97-AF65-F5344CB8AC3E}">
        <p14:creationId xmlns:p14="http://schemas.microsoft.com/office/powerpoint/2010/main" val="25119016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/percel</a:t>
            </a:r>
          </a:p>
        </p:txBody>
      </p:sp>
      <p:sp>
        <p:nvSpPr>
          <p:cNvPr id="3" name="Content Placeholder 2"/>
          <p:cNvSpPr>
            <a:spLocks noGrp="1"/>
          </p:cNvSpPr>
          <p:nvPr>
            <p:ph idx="1"/>
          </p:nvPr>
        </p:nvSpPr>
        <p:spPr/>
        <p:txBody>
          <a:bodyPr/>
          <a:lstStyle/>
          <a:p>
            <a:r>
              <a:t>Operation ID: getPercels</a:t>
            </a:r>
          </a:p>
          <a:p>
            <a:r>
              <a:t>Parameters: page (query), size (query)</a:t>
            </a:r>
          </a:p>
          <a:p>
            <a:r>
              <a:t>Responses:</a:t>
            </a:r>
          </a:p>
          <a:p>
            <a:r>
              <a:t>  200: OK</a:t>
            </a:r>
          </a:p>
          <a:p>
            <a:endParaRPr/>
          </a:p>
        </p:txBody>
      </p:sp>
    </p:spTree>
    <p:extLst>
      <p:ext uri="{BB962C8B-B14F-4D97-AF65-F5344CB8AC3E}">
        <p14:creationId xmlns:p14="http://schemas.microsoft.com/office/powerpoint/2010/main" val="26447796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POST /percel</a:t>
            </a:r>
          </a:p>
        </p:txBody>
      </p:sp>
      <p:sp>
        <p:nvSpPr>
          <p:cNvPr id="3" name="Content Placeholder 2"/>
          <p:cNvSpPr>
            <a:spLocks noGrp="1"/>
          </p:cNvSpPr>
          <p:nvPr>
            <p:ph idx="1"/>
          </p:nvPr>
        </p:nvSpPr>
        <p:spPr/>
        <p:txBody>
          <a:bodyPr/>
          <a:lstStyle/>
          <a:p>
            <a:r>
              <a:t>Operation ID: createPercel</a:t>
            </a:r>
          </a:p>
          <a:p>
            <a:r>
              <a:t>Request Body: {'application/json': {'schema': {'$ref': '#/components/schemas/Percel'}}}</a:t>
            </a:r>
          </a:p>
          <a:p>
            <a:r>
              <a:t>Responses:</a:t>
            </a:r>
          </a:p>
          <a:p>
            <a:r>
              <a:t>  200: OK</a:t>
            </a:r>
          </a:p>
          <a:p>
            <a:endParaRPr/>
          </a:p>
        </p:txBody>
      </p:sp>
    </p:spTree>
    <p:extLst>
      <p:ext uri="{BB962C8B-B14F-4D97-AF65-F5344CB8AC3E}">
        <p14:creationId xmlns:p14="http://schemas.microsoft.com/office/powerpoint/2010/main" val="29793261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/percel/sender/{id}</a:t>
            </a:r>
          </a:p>
        </p:txBody>
      </p:sp>
      <p:sp>
        <p:nvSpPr>
          <p:cNvPr id="3" name="Content Placeholder 2"/>
          <p:cNvSpPr>
            <a:spLocks noGrp="1"/>
          </p:cNvSpPr>
          <p:nvPr>
            <p:ph idx="1"/>
          </p:nvPr>
        </p:nvSpPr>
        <p:spPr/>
        <p:txBody>
          <a:bodyPr/>
          <a:lstStyle/>
          <a:p>
            <a:r>
              <a:t>Operation ID: getPercelsBySender</a:t>
            </a:r>
          </a:p>
          <a:p>
            <a:r>
              <a:t>Parameters: id (path), page (query), size (query)</a:t>
            </a:r>
          </a:p>
          <a:p>
            <a:r>
              <a:t>Responses:</a:t>
            </a:r>
          </a:p>
          <a:p>
            <a:r>
              <a:t>  200: OK</a:t>
            </a:r>
          </a:p>
          <a:p>
            <a:endParaRPr/>
          </a:p>
        </p:txBody>
      </p:sp>
    </p:spTree>
    <p:extLst>
      <p:ext uri="{BB962C8B-B14F-4D97-AF65-F5344CB8AC3E}">
        <p14:creationId xmlns:p14="http://schemas.microsoft.com/office/powerpoint/2010/main" val="16277069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/percel/search/{name}</a:t>
            </a:r>
          </a:p>
        </p:txBody>
      </p:sp>
      <p:sp>
        <p:nvSpPr>
          <p:cNvPr id="3" name="Content Placeholder 2"/>
          <p:cNvSpPr>
            <a:spLocks noGrp="1"/>
          </p:cNvSpPr>
          <p:nvPr>
            <p:ph idx="1"/>
          </p:nvPr>
        </p:nvSpPr>
        <p:spPr/>
        <p:txBody>
          <a:bodyPr/>
          <a:lstStyle/>
          <a:p>
            <a:r>
              <a:t>Operation ID: search_2</a:t>
            </a:r>
          </a:p>
          <a:p>
            <a:r>
              <a:t>Parameters: name (path), page (query), size (query)</a:t>
            </a:r>
          </a:p>
          <a:p>
            <a:r>
              <a:t>Responses:</a:t>
            </a:r>
          </a:p>
          <a:p>
            <a:r>
              <a:t>  200: OK</a:t>
            </a:r>
          </a:p>
          <a:p>
            <a:endParaRPr/>
          </a:p>
        </p:txBody>
      </p:sp>
    </p:spTree>
    <p:extLst>
      <p:ext uri="{BB962C8B-B14F-4D97-AF65-F5344CB8AC3E}">
        <p14:creationId xmlns:p14="http://schemas.microsoft.com/office/powerpoint/2010/main" val="37976950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/percel/rider/{id}</a:t>
            </a:r>
          </a:p>
        </p:txBody>
      </p:sp>
      <p:sp>
        <p:nvSpPr>
          <p:cNvPr id="3" name="Content Placeholder 2"/>
          <p:cNvSpPr>
            <a:spLocks noGrp="1"/>
          </p:cNvSpPr>
          <p:nvPr>
            <p:ph idx="1"/>
          </p:nvPr>
        </p:nvSpPr>
        <p:spPr/>
        <p:txBody>
          <a:bodyPr/>
          <a:lstStyle/>
          <a:p>
            <a:r>
              <a:t>Operation ID: getPercelsByRider</a:t>
            </a:r>
          </a:p>
          <a:p>
            <a:r>
              <a:t>Parameters: id (path), page (query), size (query)</a:t>
            </a:r>
          </a:p>
          <a:p>
            <a:r>
              <a:t>Responses:</a:t>
            </a:r>
          </a:p>
          <a:p>
            <a:r>
              <a:t>  200: OK</a:t>
            </a:r>
          </a:p>
          <a:p>
            <a:endParaRPr/>
          </a:p>
        </p:txBody>
      </p:sp>
    </p:spTree>
    <p:extLst>
      <p:ext uri="{BB962C8B-B14F-4D97-AF65-F5344CB8AC3E}">
        <p14:creationId xmlns:p14="http://schemas.microsoft.com/office/powerpoint/2010/main" val="18256434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C5D1D-216E-6BB2-A5F5-6C1FA0588A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BC5C00-5904-8C65-A75D-AB45FAE8FEA8}"/>
              </a:ext>
            </a:extLst>
          </p:cNvPr>
          <p:cNvSpPr>
            <a:spLocks noGrp="1"/>
          </p:cNvSpPr>
          <p:nvPr>
            <p:ph type="title"/>
          </p:nvPr>
        </p:nvSpPr>
        <p:spPr/>
        <p:txBody>
          <a:bodyPr/>
          <a:lstStyle/>
          <a:p>
            <a:r>
              <a:rPr lang="en-US" dirty="0"/>
              <a:t>Rating Controller</a:t>
            </a:r>
          </a:p>
        </p:txBody>
      </p:sp>
      <p:sp>
        <p:nvSpPr>
          <p:cNvPr id="3" name="Text Placeholder 2">
            <a:extLst>
              <a:ext uri="{FF2B5EF4-FFF2-40B4-BE49-F238E27FC236}">
                <a16:creationId xmlns:a16="http://schemas.microsoft.com/office/drawing/2014/main" id="{9D8B1506-12BE-B531-734D-392F7FB0D1A4}"/>
              </a:ext>
            </a:extLst>
          </p:cNvPr>
          <p:cNvSpPr>
            <a:spLocks noGrp="1"/>
          </p:cNvSpPr>
          <p:nvPr>
            <p:ph type="body" sz="quarter" idx="13"/>
          </p:nvPr>
        </p:nvSpPr>
        <p:spPr/>
        <p:txBody>
          <a:bodyPr/>
          <a:lstStyle/>
          <a:p>
            <a:r>
              <a:rPr lang="en-US" dirty="0"/>
              <a:t>Base </a:t>
            </a:r>
            <a:r>
              <a:rPr lang="en-US" dirty="0" err="1"/>
              <a:t>Url</a:t>
            </a:r>
            <a:r>
              <a:rPr lang="en-US" dirty="0"/>
              <a:t> : /rating</a:t>
            </a:r>
          </a:p>
        </p:txBody>
      </p:sp>
      <p:sp>
        <p:nvSpPr>
          <p:cNvPr id="4" name="Text Placeholder 3">
            <a:extLst>
              <a:ext uri="{FF2B5EF4-FFF2-40B4-BE49-F238E27FC236}">
                <a16:creationId xmlns:a16="http://schemas.microsoft.com/office/drawing/2014/main" id="{0BE5E6CF-8CBD-3557-73A8-CD193D6C8E85}"/>
              </a:ext>
            </a:extLst>
          </p:cNvPr>
          <p:cNvSpPr>
            <a:spLocks noGrp="1"/>
          </p:cNvSpPr>
          <p:nvPr>
            <p:ph type="body" idx="1"/>
          </p:nvPr>
        </p:nvSpPr>
        <p:spPr/>
        <p:txBody>
          <a:bodyPr/>
          <a:lstStyle/>
          <a:p>
            <a:r>
              <a:rPr lang="en-US" dirty="0"/>
              <a:t>This </a:t>
            </a:r>
            <a:r>
              <a:rPr lang="en-US" dirty="0" err="1"/>
              <a:t>url</a:t>
            </a:r>
            <a:r>
              <a:rPr lang="en-US" dirty="0"/>
              <a:t> will be used for rating of products management</a:t>
            </a:r>
          </a:p>
        </p:txBody>
      </p:sp>
    </p:spTree>
    <p:extLst>
      <p:ext uri="{BB962C8B-B14F-4D97-AF65-F5344CB8AC3E}">
        <p14:creationId xmlns:p14="http://schemas.microsoft.com/office/powerpoint/2010/main" val="3702159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/rating/user/{userId}</a:t>
            </a:r>
          </a:p>
        </p:txBody>
      </p:sp>
      <p:sp>
        <p:nvSpPr>
          <p:cNvPr id="3" name="Content Placeholder 2"/>
          <p:cNvSpPr>
            <a:spLocks noGrp="1"/>
          </p:cNvSpPr>
          <p:nvPr>
            <p:ph idx="1"/>
          </p:nvPr>
        </p:nvSpPr>
        <p:spPr/>
        <p:txBody>
          <a:bodyPr/>
          <a:lstStyle/>
          <a:p>
            <a:r>
              <a:t>Operation ID: getRatingsByUser</a:t>
            </a:r>
          </a:p>
          <a:p>
            <a:r>
              <a:t>Parameters: userId (path), page (query), size (query)</a:t>
            </a:r>
          </a:p>
          <a:p>
            <a:r>
              <a:t>Responses:</a:t>
            </a:r>
          </a:p>
          <a:p>
            <a:r>
              <a:t>  200: OK</a:t>
            </a:r>
          </a:p>
          <a:p>
            <a:endParaRPr/>
          </a:p>
        </p:txBody>
      </p:sp>
    </p:spTree>
    <p:extLst>
      <p:ext uri="{BB962C8B-B14F-4D97-AF65-F5344CB8AC3E}">
        <p14:creationId xmlns:p14="http://schemas.microsoft.com/office/powerpoint/2010/main" val="221331497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/rating/product/{id}</a:t>
            </a:r>
          </a:p>
        </p:txBody>
      </p:sp>
      <p:sp>
        <p:nvSpPr>
          <p:cNvPr id="3" name="Content Placeholder 2"/>
          <p:cNvSpPr>
            <a:spLocks noGrp="1"/>
          </p:cNvSpPr>
          <p:nvPr>
            <p:ph idx="1"/>
          </p:nvPr>
        </p:nvSpPr>
        <p:spPr/>
        <p:txBody>
          <a:bodyPr/>
          <a:lstStyle/>
          <a:p>
            <a:r>
              <a:t>Operation ID: getRatingsByProduct</a:t>
            </a:r>
          </a:p>
          <a:p>
            <a:r>
              <a:t>Parameters: id (path), page (query), size (query)</a:t>
            </a:r>
          </a:p>
          <a:p>
            <a:r>
              <a:t>Responses:</a:t>
            </a:r>
          </a:p>
          <a:p>
            <a:r>
              <a:t>  200: OK</a:t>
            </a:r>
          </a:p>
          <a:p>
            <a:endParaRPr/>
          </a:p>
        </p:txBody>
      </p:sp>
    </p:spTree>
    <p:extLst>
      <p:ext uri="{BB962C8B-B14F-4D97-AF65-F5344CB8AC3E}">
        <p14:creationId xmlns:p14="http://schemas.microsoft.com/office/powerpoint/2010/main" val="26742217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/rating</a:t>
            </a:r>
          </a:p>
        </p:txBody>
      </p:sp>
      <p:sp>
        <p:nvSpPr>
          <p:cNvPr id="3" name="Content Placeholder 2"/>
          <p:cNvSpPr>
            <a:spLocks noGrp="1"/>
          </p:cNvSpPr>
          <p:nvPr>
            <p:ph idx="1"/>
          </p:nvPr>
        </p:nvSpPr>
        <p:spPr/>
        <p:txBody>
          <a:bodyPr/>
          <a:lstStyle/>
          <a:p>
            <a:r>
              <a:t>Operation ID: getRatings</a:t>
            </a:r>
          </a:p>
          <a:p>
            <a:r>
              <a:t>Parameters: page (query), size (query)</a:t>
            </a:r>
          </a:p>
          <a:p>
            <a:r>
              <a:t>Responses:</a:t>
            </a:r>
          </a:p>
          <a:p>
            <a:r>
              <a:t>  200: OK</a:t>
            </a:r>
          </a:p>
          <a:p>
            <a:endParaRPr/>
          </a:p>
        </p:txBody>
      </p:sp>
    </p:spTree>
    <p:extLst>
      <p:ext uri="{BB962C8B-B14F-4D97-AF65-F5344CB8AC3E}">
        <p14:creationId xmlns:p14="http://schemas.microsoft.com/office/powerpoint/2010/main" val="270876364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POST /rating</a:t>
            </a:r>
          </a:p>
        </p:txBody>
      </p:sp>
      <p:sp>
        <p:nvSpPr>
          <p:cNvPr id="3" name="Content Placeholder 2"/>
          <p:cNvSpPr>
            <a:spLocks noGrp="1"/>
          </p:cNvSpPr>
          <p:nvPr>
            <p:ph idx="1"/>
          </p:nvPr>
        </p:nvSpPr>
        <p:spPr/>
        <p:txBody>
          <a:bodyPr/>
          <a:lstStyle/>
          <a:p>
            <a:r>
              <a:t>Operation ID: createRating</a:t>
            </a:r>
          </a:p>
          <a:p>
            <a:r>
              <a:t>Request Body: {'application/json': {'schema': {'$ref': '#/components/schemas/Rating'}}}</a:t>
            </a:r>
          </a:p>
          <a:p>
            <a:r>
              <a:t>Responses:</a:t>
            </a:r>
          </a:p>
          <a:p>
            <a:r>
              <a:t>  200: OK</a:t>
            </a:r>
          </a:p>
          <a:p>
            <a:endParaRPr/>
          </a:p>
        </p:txBody>
      </p:sp>
    </p:spTree>
    <p:extLst>
      <p:ext uri="{BB962C8B-B14F-4D97-AF65-F5344CB8AC3E}">
        <p14:creationId xmlns:p14="http://schemas.microsoft.com/office/powerpoint/2010/main" val="35339130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A0382-A937-3F4D-9354-E9BF05658B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538C16-EB4D-C7C5-A44B-D639CEA564E7}"/>
              </a:ext>
            </a:extLst>
          </p:cNvPr>
          <p:cNvSpPr>
            <a:spLocks noGrp="1"/>
          </p:cNvSpPr>
          <p:nvPr>
            <p:ph type="title"/>
          </p:nvPr>
        </p:nvSpPr>
        <p:spPr/>
        <p:txBody>
          <a:bodyPr/>
          <a:lstStyle/>
          <a:p>
            <a:r>
              <a:rPr lang="en-US" dirty="0" err="1"/>
              <a:t>Messege</a:t>
            </a:r>
            <a:r>
              <a:rPr lang="en-US" dirty="0"/>
              <a:t> Controller</a:t>
            </a:r>
          </a:p>
        </p:txBody>
      </p:sp>
      <p:sp>
        <p:nvSpPr>
          <p:cNvPr id="3" name="Text Placeholder 2">
            <a:extLst>
              <a:ext uri="{FF2B5EF4-FFF2-40B4-BE49-F238E27FC236}">
                <a16:creationId xmlns:a16="http://schemas.microsoft.com/office/drawing/2014/main" id="{6B8E1358-306A-66B4-D923-93B4F4D3C71D}"/>
              </a:ext>
            </a:extLst>
          </p:cNvPr>
          <p:cNvSpPr>
            <a:spLocks noGrp="1"/>
          </p:cNvSpPr>
          <p:nvPr>
            <p:ph type="body" sz="quarter" idx="13"/>
          </p:nvPr>
        </p:nvSpPr>
        <p:spPr/>
        <p:txBody>
          <a:bodyPr/>
          <a:lstStyle/>
          <a:p>
            <a:r>
              <a:rPr lang="en-US" dirty="0"/>
              <a:t>Base </a:t>
            </a:r>
            <a:r>
              <a:rPr lang="en-US" dirty="0" err="1"/>
              <a:t>Url</a:t>
            </a:r>
            <a:r>
              <a:rPr lang="en-US" dirty="0"/>
              <a:t> : /</a:t>
            </a:r>
            <a:r>
              <a:rPr lang="en-US" dirty="0" err="1"/>
              <a:t>messege</a:t>
            </a:r>
            <a:endParaRPr lang="en-US" dirty="0"/>
          </a:p>
        </p:txBody>
      </p:sp>
      <p:sp>
        <p:nvSpPr>
          <p:cNvPr id="4" name="Text Placeholder 3">
            <a:extLst>
              <a:ext uri="{FF2B5EF4-FFF2-40B4-BE49-F238E27FC236}">
                <a16:creationId xmlns:a16="http://schemas.microsoft.com/office/drawing/2014/main" id="{EAB3FBC6-D2A9-994B-4218-40718FE9E8FC}"/>
              </a:ext>
            </a:extLst>
          </p:cNvPr>
          <p:cNvSpPr>
            <a:spLocks noGrp="1"/>
          </p:cNvSpPr>
          <p:nvPr>
            <p:ph type="body" idx="1"/>
          </p:nvPr>
        </p:nvSpPr>
        <p:spPr/>
        <p:txBody>
          <a:bodyPr/>
          <a:lstStyle/>
          <a:p>
            <a:r>
              <a:rPr lang="en-US" dirty="0"/>
              <a:t>This </a:t>
            </a:r>
            <a:r>
              <a:rPr lang="en-US" dirty="0" err="1"/>
              <a:t>url</a:t>
            </a:r>
            <a:r>
              <a:rPr lang="en-US" dirty="0"/>
              <a:t> will be used for </a:t>
            </a:r>
            <a:r>
              <a:rPr lang="en-US" dirty="0" err="1"/>
              <a:t>messege</a:t>
            </a:r>
            <a:r>
              <a:rPr lang="en-US" dirty="0"/>
              <a:t> of users management</a:t>
            </a:r>
          </a:p>
        </p:txBody>
      </p:sp>
    </p:spTree>
    <p:extLst>
      <p:ext uri="{BB962C8B-B14F-4D97-AF65-F5344CB8AC3E}">
        <p14:creationId xmlns:p14="http://schemas.microsoft.com/office/powerpoint/2010/main" val="20400809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/messege/{id}</a:t>
            </a:r>
          </a:p>
        </p:txBody>
      </p:sp>
      <p:sp>
        <p:nvSpPr>
          <p:cNvPr id="3" name="Content Placeholder 2"/>
          <p:cNvSpPr>
            <a:spLocks noGrp="1"/>
          </p:cNvSpPr>
          <p:nvPr>
            <p:ph idx="1"/>
          </p:nvPr>
        </p:nvSpPr>
        <p:spPr/>
        <p:txBody>
          <a:bodyPr/>
          <a:lstStyle/>
          <a:p>
            <a:r>
              <a:t>Operation ID: getMessege</a:t>
            </a:r>
          </a:p>
          <a:p>
            <a:r>
              <a:t>Parameters: id (path)</a:t>
            </a:r>
          </a:p>
          <a:p>
            <a:r>
              <a:t>Responses:</a:t>
            </a:r>
          </a:p>
          <a:p>
            <a:r>
              <a:t>  200: OK</a:t>
            </a:r>
          </a:p>
          <a:p>
            <a:endParaRPr/>
          </a:p>
        </p:txBody>
      </p:sp>
    </p:spTree>
    <p:extLst>
      <p:ext uri="{BB962C8B-B14F-4D97-AF65-F5344CB8AC3E}">
        <p14:creationId xmlns:p14="http://schemas.microsoft.com/office/powerpoint/2010/main" val="347095311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PUT /messege/{id}</a:t>
            </a:r>
          </a:p>
        </p:txBody>
      </p:sp>
      <p:sp>
        <p:nvSpPr>
          <p:cNvPr id="3" name="Content Placeholder 2"/>
          <p:cNvSpPr>
            <a:spLocks noGrp="1"/>
          </p:cNvSpPr>
          <p:nvPr>
            <p:ph idx="1"/>
          </p:nvPr>
        </p:nvSpPr>
        <p:spPr/>
        <p:txBody>
          <a:bodyPr/>
          <a:lstStyle/>
          <a:p>
            <a:r>
              <a:t>Operation ID: updateMessege</a:t>
            </a:r>
          </a:p>
          <a:p>
            <a:r>
              <a:t>Parameters: id (path)</a:t>
            </a:r>
          </a:p>
          <a:p>
            <a:r>
              <a:t>Request Body: {'application/json': {'schema': {'$ref': '#/components/schemas/Messege'}}}</a:t>
            </a:r>
          </a:p>
          <a:p>
            <a:r>
              <a:t>Responses:</a:t>
            </a:r>
          </a:p>
          <a:p>
            <a:r>
              <a:t>  200: OK</a:t>
            </a:r>
          </a:p>
          <a:p>
            <a:endParaRPr/>
          </a:p>
        </p:txBody>
      </p:sp>
    </p:spTree>
    <p:extLst>
      <p:ext uri="{BB962C8B-B14F-4D97-AF65-F5344CB8AC3E}">
        <p14:creationId xmlns:p14="http://schemas.microsoft.com/office/powerpoint/2010/main" val="32393115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DELETE /messege/{id}</a:t>
            </a:r>
          </a:p>
        </p:txBody>
      </p:sp>
      <p:sp>
        <p:nvSpPr>
          <p:cNvPr id="3" name="Content Placeholder 2"/>
          <p:cNvSpPr>
            <a:spLocks noGrp="1"/>
          </p:cNvSpPr>
          <p:nvPr>
            <p:ph idx="1"/>
          </p:nvPr>
        </p:nvSpPr>
        <p:spPr/>
        <p:txBody>
          <a:bodyPr/>
          <a:lstStyle/>
          <a:p>
            <a:r>
              <a:t>Operation ID: deleteMessege</a:t>
            </a:r>
          </a:p>
          <a:p>
            <a:r>
              <a:t>Parameters: id (path)</a:t>
            </a:r>
          </a:p>
          <a:p>
            <a:r>
              <a:t>Responses:</a:t>
            </a:r>
          </a:p>
          <a:p>
            <a:r>
              <a:t>  200: OK</a:t>
            </a:r>
          </a:p>
          <a:p>
            <a:endParaRPr/>
          </a:p>
        </p:txBody>
      </p:sp>
    </p:spTree>
    <p:extLst>
      <p:ext uri="{BB962C8B-B14F-4D97-AF65-F5344CB8AC3E}">
        <p14:creationId xmlns:p14="http://schemas.microsoft.com/office/powerpoint/2010/main" val="140558042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/messege</a:t>
            </a:r>
          </a:p>
        </p:txBody>
      </p:sp>
      <p:sp>
        <p:nvSpPr>
          <p:cNvPr id="3" name="Content Placeholder 2"/>
          <p:cNvSpPr>
            <a:spLocks noGrp="1"/>
          </p:cNvSpPr>
          <p:nvPr>
            <p:ph idx="1"/>
          </p:nvPr>
        </p:nvSpPr>
        <p:spPr/>
        <p:txBody>
          <a:bodyPr/>
          <a:lstStyle/>
          <a:p>
            <a:r>
              <a:t>Operation ID: getMesseges</a:t>
            </a:r>
          </a:p>
          <a:p>
            <a:r>
              <a:t>Parameters: page (query), size (query)</a:t>
            </a:r>
          </a:p>
          <a:p>
            <a:r>
              <a:t>Responses:</a:t>
            </a:r>
          </a:p>
          <a:p>
            <a:r>
              <a:t>  200: OK</a:t>
            </a:r>
          </a:p>
          <a:p>
            <a:endParaRPr/>
          </a:p>
        </p:txBody>
      </p:sp>
    </p:spTree>
    <p:extLst>
      <p:ext uri="{BB962C8B-B14F-4D97-AF65-F5344CB8AC3E}">
        <p14:creationId xmlns:p14="http://schemas.microsoft.com/office/powerpoint/2010/main" val="1939726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POST /messege</a:t>
            </a:r>
          </a:p>
        </p:txBody>
      </p:sp>
      <p:sp>
        <p:nvSpPr>
          <p:cNvPr id="3" name="Content Placeholder 2"/>
          <p:cNvSpPr>
            <a:spLocks noGrp="1"/>
          </p:cNvSpPr>
          <p:nvPr>
            <p:ph idx="1"/>
          </p:nvPr>
        </p:nvSpPr>
        <p:spPr/>
        <p:txBody>
          <a:bodyPr/>
          <a:lstStyle/>
          <a:p>
            <a:r>
              <a:t>Operation ID: createMessege</a:t>
            </a:r>
          </a:p>
          <a:p>
            <a:r>
              <a:t>Request Body: {'application/json': {'schema': {'$ref': '#/components/schemas/Messege'}}}</a:t>
            </a:r>
          </a:p>
          <a:p>
            <a:r>
              <a:t>Responses:</a:t>
            </a:r>
          </a:p>
          <a:p>
            <a:r>
              <a:t>  200: OK</a:t>
            </a:r>
          </a:p>
          <a:p>
            <a:endParaRPr/>
          </a:p>
        </p:txBody>
      </p:sp>
    </p:spTree>
    <p:extLst>
      <p:ext uri="{BB962C8B-B14F-4D97-AF65-F5344CB8AC3E}">
        <p14:creationId xmlns:p14="http://schemas.microsoft.com/office/powerpoint/2010/main" val="90316867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GET /messege/between/{senderId}/{receiverId}</a:t>
            </a:r>
          </a:p>
        </p:txBody>
      </p:sp>
      <p:sp>
        <p:nvSpPr>
          <p:cNvPr id="3" name="Content Placeholder 2"/>
          <p:cNvSpPr>
            <a:spLocks noGrp="1"/>
          </p:cNvSpPr>
          <p:nvPr>
            <p:ph idx="1"/>
          </p:nvPr>
        </p:nvSpPr>
        <p:spPr/>
        <p:txBody>
          <a:bodyPr/>
          <a:lstStyle/>
          <a:p>
            <a:r>
              <a:t>Operation ID: getMessegesBetweenSenderAndReceiver</a:t>
            </a:r>
          </a:p>
          <a:p>
            <a:r>
              <a:t>Parameters: senderId (path), receiverId (path), page (query), size (query)</a:t>
            </a:r>
          </a:p>
          <a:p>
            <a:r>
              <a:t>Responses:</a:t>
            </a:r>
          </a:p>
          <a:p>
            <a:r>
              <a:t>  200: OK</a:t>
            </a:r>
          </a:p>
          <a:p>
            <a:endParaRPr/>
          </a:p>
        </p:txBody>
      </p:sp>
    </p:spTree>
    <p:extLst>
      <p:ext uri="{BB962C8B-B14F-4D97-AF65-F5344CB8AC3E}">
        <p14:creationId xmlns:p14="http://schemas.microsoft.com/office/powerpoint/2010/main" val="25615013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24FC0-5FBA-A991-2A63-58D841669F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1DED2-F6A8-1C51-B25D-D0807252695B}"/>
              </a:ext>
            </a:extLst>
          </p:cNvPr>
          <p:cNvSpPr>
            <a:spLocks noGrp="1"/>
          </p:cNvSpPr>
          <p:nvPr>
            <p:ph type="title"/>
          </p:nvPr>
        </p:nvSpPr>
        <p:spPr/>
        <p:txBody>
          <a:bodyPr/>
          <a:lstStyle/>
          <a:p>
            <a:r>
              <a:rPr lang="en-US" dirty="0"/>
              <a:t>Bugs Controller</a:t>
            </a:r>
          </a:p>
        </p:txBody>
      </p:sp>
      <p:sp>
        <p:nvSpPr>
          <p:cNvPr id="3" name="Text Placeholder 2">
            <a:extLst>
              <a:ext uri="{FF2B5EF4-FFF2-40B4-BE49-F238E27FC236}">
                <a16:creationId xmlns:a16="http://schemas.microsoft.com/office/drawing/2014/main" id="{B2D78C09-D99A-ABBA-868A-227D0DBF5CBE}"/>
              </a:ext>
            </a:extLst>
          </p:cNvPr>
          <p:cNvSpPr>
            <a:spLocks noGrp="1"/>
          </p:cNvSpPr>
          <p:nvPr>
            <p:ph type="body" sz="quarter" idx="13"/>
          </p:nvPr>
        </p:nvSpPr>
        <p:spPr/>
        <p:txBody>
          <a:bodyPr/>
          <a:lstStyle/>
          <a:p>
            <a:r>
              <a:rPr lang="en-US" dirty="0"/>
              <a:t>Base </a:t>
            </a:r>
            <a:r>
              <a:rPr lang="en-US" dirty="0" err="1"/>
              <a:t>Url</a:t>
            </a:r>
            <a:r>
              <a:rPr lang="en-US" dirty="0"/>
              <a:t> : /bug</a:t>
            </a:r>
          </a:p>
        </p:txBody>
      </p:sp>
      <p:sp>
        <p:nvSpPr>
          <p:cNvPr id="4" name="Text Placeholder 3">
            <a:extLst>
              <a:ext uri="{FF2B5EF4-FFF2-40B4-BE49-F238E27FC236}">
                <a16:creationId xmlns:a16="http://schemas.microsoft.com/office/drawing/2014/main" id="{16526764-B383-1FBB-1CF2-B7613F140F0F}"/>
              </a:ext>
            </a:extLst>
          </p:cNvPr>
          <p:cNvSpPr>
            <a:spLocks noGrp="1"/>
          </p:cNvSpPr>
          <p:nvPr>
            <p:ph type="body" idx="1"/>
          </p:nvPr>
        </p:nvSpPr>
        <p:spPr/>
        <p:txBody>
          <a:bodyPr/>
          <a:lstStyle/>
          <a:p>
            <a:r>
              <a:rPr lang="en-US" dirty="0"/>
              <a:t>This </a:t>
            </a:r>
            <a:r>
              <a:rPr lang="en-US" dirty="0" err="1"/>
              <a:t>url</a:t>
            </a:r>
            <a:r>
              <a:rPr lang="en-US" dirty="0"/>
              <a:t> will be used for bug reports management</a:t>
            </a:r>
          </a:p>
        </p:txBody>
      </p:sp>
    </p:spTree>
    <p:extLst>
      <p:ext uri="{BB962C8B-B14F-4D97-AF65-F5344CB8AC3E}">
        <p14:creationId xmlns:p14="http://schemas.microsoft.com/office/powerpoint/2010/main" val="2470973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/bugs/{id}</a:t>
            </a:r>
          </a:p>
        </p:txBody>
      </p:sp>
      <p:sp>
        <p:nvSpPr>
          <p:cNvPr id="3" name="Content Placeholder 2"/>
          <p:cNvSpPr>
            <a:spLocks noGrp="1"/>
          </p:cNvSpPr>
          <p:nvPr>
            <p:ph idx="1"/>
          </p:nvPr>
        </p:nvSpPr>
        <p:spPr/>
        <p:txBody>
          <a:bodyPr/>
          <a:lstStyle/>
          <a:p>
            <a:r>
              <a:t>Operation ID: getBugById</a:t>
            </a:r>
          </a:p>
          <a:p>
            <a:r>
              <a:t>Parameters: id (path)</a:t>
            </a:r>
          </a:p>
          <a:p>
            <a:r>
              <a:t>Responses:</a:t>
            </a:r>
          </a:p>
          <a:p>
            <a:r>
              <a:t>  200: OK</a:t>
            </a:r>
          </a:p>
          <a:p>
            <a:endParaRPr/>
          </a:p>
        </p:txBody>
      </p:sp>
    </p:spTree>
    <p:extLst>
      <p:ext uri="{BB962C8B-B14F-4D97-AF65-F5344CB8AC3E}">
        <p14:creationId xmlns:p14="http://schemas.microsoft.com/office/powerpoint/2010/main" val="334923807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PUT /bugs/{id}</a:t>
            </a:r>
          </a:p>
        </p:txBody>
      </p:sp>
      <p:sp>
        <p:nvSpPr>
          <p:cNvPr id="3" name="Content Placeholder 2"/>
          <p:cNvSpPr>
            <a:spLocks noGrp="1"/>
          </p:cNvSpPr>
          <p:nvPr>
            <p:ph idx="1"/>
          </p:nvPr>
        </p:nvSpPr>
        <p:spPr/>
        <p:txBody>
          <a:bodyPr/>
          <a:lstStyle/>
          <a:p>
            <a:r>
              <a:t>Operation ID: updateBug</a:t>
            </a:r>
          </a:p>
          <a:p>
            <a:r>
              <a:t>Parameters: id (path)</a:t>
            </a:r>
          </a:p>
          <a:p>
            <a:r>
              <a:t>Request Body: {'application/json': {'schema': {'$ref': '#/components/schemas/Bug'}}}</a:t>
            </a:r>
          </a:p>
          <a:p>
            <a:r>
              <a:t>Responses:</a:t>
            </a:r>
          </a:p>
          <a:p>
            <a:r>
              <a:t>  200: OK</a:t>
            </a:r>
          </a:p>
          <a:p>
            <a:endParaRPr/>
          </a:p>
        </p:txBody>
      </p:sp>
    </p:spTree>
    <p:extLst>
      <p:ext uri="{BB962C8B-B14F-4D97-AF65-F5344CB8AC3E}">
        <p14:creationId xmlns:p14="http://schemas.microsoft.com/office/powerpoint/2010/main" val="100491352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DELETE /bugs/{id}</a:t>
            </a:r>
          </a:p>
        </p:txBody>
      </p:sp>
      <p:sp>
        <p:nvSpPr>
          <p:cNvPr id="3" name="Content Placeholder 2"/>
          <p:cNvSpPr>
            <a:spLocks noGrp="1"/>
          </p:cNvSpPr>
          <p:nvPr>
            <p:ph idx="1"/>
          </p:nvPr>
        </p:nvSpPr>
        <p:spPr/>
        <p:txBody>
          <a:bodyPr/>
          <a:lstStyle/>
          <a:p>
            <a:r>
              <a:t>Operation ID: deleteBug</a:t>
            </a:r>
          </a:p>
          <a:p>
            <a:r>
              <a:t>Parameters: id (path)</a:t>
            </a:r>
          </a:p>
          <a:p>
            <a:r>
              <a:t>Responses:</a:t>
            </a:r>
          </a:p>
          <a:p>
            <a:r>
              <a:t>  200: OK</a:t>
            </a:r>
          </a:p>
          <a:p>
            <a:endParaRPr/>
          </a:p>
        </p:txBody>
      </p:sp>
    </p:spTree>
    <p:extLst>
      <p:ext uri="{BB962C8B-B14F-4D97-AF65-F5344CB8AC3E}">
        <p14:creationId xmlns:p14="http://schemas.microsoft.com/office/powerpoint/2010/main" val="91996579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/bugs</a:t>
            </a:r>
          </a:p>
        </p:txBody>
      </p:sp>
      <p:sp>
        <p:nvSpPr>
          <p:cNvPr id="3" name="Content Placeholder 2"/>
          <p:cNvSpPr>
            <a:spLocks noGrp="1"/>
          </p:cNvSpPr>
          <p:nvPr>
            <p:ph idx="1"/>
          </p:nvPr>
        </p:nvSpPr>
        <p:spPr/>
        <p:txBody>
          <a:bodyPr/>
          <a:lstStyle/>
          <a:p>
            <a:r>
              <a:t>Operation ID: getAllBugs</a:t>
            </a:r>
          </a:p>
          <a:p>
            <a:r>
              <a:t>Parameters: page (query), size (query)</a:t>
            </a:r>
          </a:p>
          <a:p>
            <a:r>
              <a:t>Responses:</a:t>
            </a:r>
          </a:p>
          <a:p>
            <a:r>
              <a:t>  200: OK</a:t>
            </a:r>
          </a:p>
          <a:p>
            <a:endParaRPr/>
          </a:p>
        </p:txBody>
      </p:sp>
    </p:spTree>
    <p:extLst>
      <p:ext uri="{BB962C8B-B14F-4D97-AF65-F5344CB8AC3E}">
        <p14:creationId xmlns:p14="http://schemas.microsoft.com/office/powerpoint/2010/main" val="241602526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POST /bugs</a:t>
            </a:r>
          </a:p>
        </p:txBody>
      </p:sp>
      <p:sp>
        <p:nvSpPr>
          <p:cNvPr id="3" name="Content Placeholder 2"/>
          <p:cNvSpPr>
            <a:spLocks noGrp="1"/>
          </p:cNvSpPr>
          <p:nvPr>
            <p:ph idx="1"/>
          </p:nvPr>
        </p:nvSpPr>
        <p:spPr/>
        <p:txBody>
          <a:bodyPr/>
          <a:lstStyle/>
          <a:p>
            <a:r>
              <a:t>Operation ID: addBug</a:t>
            </a:r>
          </a:p>
          <a:p>
            <a:r>
              <a:t>Request Body: {'application/json': {'schema': {'$ref': '#/components/schemas/Bug'}}}</a:t>
            </a:r>
          </a:p>
          <a:p>
            <a:r>
              <a:t>Responses:</a:t>
            </a:r>
          </a:p>
          <a:p>
            <a:r>
              <a:t>  200: OK</a:t>
            </a:r>
          </a:p>
          <a:p>
            <a:endParaRPr/>
          </a:p>
        </p:txBody>
      </p:sp>
    </p:spTree>
    <p:extLst>
      <p:ext uri="{BB962C8B-B14F-4D97-AF65-F5344CB8AC3E}">
        <p14:creationId xmlns:p14="http://schemas.microsoft.com/office/powerpoint/2010/main" val="120656339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DC34B-3A85-465D-FA11-AD4E1B5736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58BFC3-B662-98CC-80C5-8B0942B32136}"/>
              </a:ext>
            </a:extLst>
          </p:cNvPr>
          <p:cNvSpPr>
            <a:spLocks noGrp="1"/>
          </p:cNvSpPr>
          <p:nvPr>
            <p:ph type="title"/>
          </p:nvPr>
        </p:nvSpPr>
        <p:spPr/>
        <p:txBody>
          <a:bodyPr/>
          <a:lstStyle/>
          <a:p>
            <a:r>
              <a:rPr lang="en-US" dirty="0"/>
              <a:t>Role Controller</a:t>
            </a:r>
          </a:p>
        </p:txBody>
      </p:sp>
      <p:sp>
        <p:nvSpPr>
          <p:cNvPr id="3" name="Text Placeholder 2">
            <a:extLst>
              <a:ext uri="{FF2B5EF4-FFF2-40B4-BE49-F238E27FC236}">
                <a16:creationId xmlns:a16="http://schemas.microsoft.com/office/drawing/2014/main" id="{621EB314-EF53-E4DC-DC6B-4DC9815FE58F}"/>
              </a:ext>
            </a:extLst>
          </p:cNvPr>
          <p:cNvSpPr>
            <a:spLocks noGrp="1"/>
          </p:cNvSpPr>
          <p:nvPr>
            <p:ph type="body" sz="quarter" idx="13"/>
          </p:nvPr>
        </p:nvSpPr>
        <p:spPr/>
        <p:txBody>
          <a:bodyPr/>
          <a:lstStyle/>
          <a:p>
            <a:r>
              <a:rPr lang="en-US" dirty="0"/>
              <a:t>Base </a:t>
            </a:r>
            <a:r>
              <a:rPr lang="en-US" dirty="0" err="1"/>
              <a:t>Url</a:t>
            </a:r>
            <a:r>
              <a:rPr lang="en-US" dirty="0"/>
              <a:t> : /role</a:t>
            </a:r>
          </a:p>
        </p:txBody>
      </p:sp>
      <p:sp>
        <p:nvSpPr>
          <p:cNvPr id="4" name="Text Placeholder 3">
            <a:extLst>
              <a:ext uri="{FF2B5EF4-FFF2-40B4-BE49-F238E27FC236}">
                <a16:creationId xmlns:a16="http://schemas.microsoft.com/office/drawing/2014/main" id="{C4BF9EED-9106-01FF-9B52-979456071D83}"/>
              </a:ext>
            </a:extLst>
          </p:cNvPr>
          <p:cNvSpPr>
            <a:spLocks noGrp="1"/>
          </p:cNvSpPr>
          <p:nvPr>
            <p:ph type="body" idx="1"/>
          </p:nvPr>
        </p:nvSpPr>
        <p:spPr/>
        <p:txBody>
          <a:bodyPr/>
          <a:lstStyle/>
          <a:p>
            <a:r>
              <a:rPr lang="en-US" dirty="0"/>
              <a:t>This </a:t>
            </a:r>
            <a:r>
              <a:rPr lang="en-US" dirty="0" err="1"/>
              <a:t>url</a:t>
            </a:r>
            <a:r>
              <a:rPr lang="en-US" dirty="0"/>
              <a:t> will be used for role of users management</a:t>
            </a:r>
          </a:p>
        </p:txBody>
      </p:sp>
    </p:spTree>
    <p:extLst>
      <p:ext uri="{BB962C8B-B14F-4D97-AF65-F5344CB8AC3E}">
        <p14:creationId xmlns:p14="http://schemas.microsoft.com/office/powerpoint/2010/main" val="87477548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POST /role/remove/{roleName}/from/{id}</a:t>
            </a:r>
          </a:p>
        </p:txBody>
      </p:sp>
      <p:sp>
        <p:nvSpPr>
          <p:cNvPr id="3" name="Content Placeholder 2"/>
          <p:cNvSpPr>
            <a:spLocks noGrp="1"/>
          </p:cNvSpPr>
          <p:nvPr>
            <p:ph idx="1"/>
          </p:nvPr>
        </p:nvSpPr>
        <p:spPr/>
        <p:txBody>
          <a:bodyPr/>
          <a:lstStyle/>
          <a:p>
            <a:r>
              <a:t>Operation ID: removeRole</a:t>
            </a:r>
          </a:p>
          <a:p>
            <a:r>
              <a:t>Parameters: roleName (path), id (path)</a:t>
            </a:r>
          </a:p>
          <a:p>
            <a:r>
              <a:t>Responses:</a:t>
            </a:r>
          </a:p>
          <a:p>
            <a:r>
              <a:t>  200: OK</a:t>
            </a:r>
          </a:p>
          <a:p>
            <a:endParaRPr/>
          </a:p>
        </p:txBody>
      </p:sp>
    </p:spTree>
    <p:extLst>
      <p:ext uri="{BB962C8B-B14F-4D97-AF65-F5344CB8AC3E}">
        <p14:creationId xmlns:p14="http://schemas.microsoft.com/office/powerpoint/2010/main" val="15721043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POST /role/assign/{roleName}/to/{id}</a:t>
            </a:r>
          </a:p>
        </p:txBody>
      </p:sp>
      <p:sp>
        <p:nvSpPr>
          <p:cNvPr id="3" name="Content Placeholder 2"/>
          <p:cNvSpPr>
            <a:spLocks noGrp="1"/>
          </p:cNvSpPr>
          <p:nvPr>
            <p:ph idx="1"/>
          </p:nvPr>
        </p:nvSpPr>
        <p:spPr/>
        <p:txBody>
          <a:bodyPr/>
          <a:lstStyle/>
          <a:p>
            <a:r>
              <a:t>Operation ID: assignRole</a:t>
            </a:r>
          </a:p>
          <a:p>
            <a:r>
              <a:t>Parameters: roleName (path), id (path)</a:t>
            </a:r>
          </a:p>
          <a:p>
            <a:r>
              <a:t>Responses:</a:t>
            </a:r>
          </a:p>
          <a:p>
            <a:r>
              <a:t>  200: OK</a:t>
            </a:r>
          </a:p>
          <a:p>
            <a:endParaRPr/>
          </a:p>
        </p:txBody>
      </p:sp>
    </p:spTree>
    <p:extLst>
      <p:ext uri="{BB962C8B-B14F-4D97-AF65-F5344CB8AC3E}">
        <p14:creationId xmlns:p14="http://schemas.microsoft.com/office/powerpoint/2010/main" val="242173825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/role/{roleName}</a:t>
            </a:r>
          </a:p>
        </p:txBody>
      </p:sp>
      <p:sp>
        <p:nvSpPr>
          <p:cNvPr id="3" name="Content Placeholder 2"/>
          <p:cNvSpPr>
            <a:spLocks noGrp="1"/>
          </p:cNvSpPr>
          <p:nvPr>
            <p:ph idx="1"/>
          </p:nvPr>
        </p:nvSpPr>
        <p:spPr/>
        <p:txBody>
          <a:bodyPr/>
          <a:lstStyle/>
          <a:p>
            <a:r>
              <a:t>Operation ID: getUsersByRoleName</a:t>
            </a:r>
          </a:p>
          <a:p>
            <a:r>
              <a:t>Parameters: roleName (path), page (query), size (query)</a:t>
            </a:r>
          </a:p>
          <a:p>
            <a:r>
              <a:t>Responses:</a:t>
            </a:r>
          </a:p>
          <a:p>
            <a:r>
              <a:t>  200: OK</a:t>
            </a:r>
          </a:p>
          <a:p>
            <a:endParaRPr/>
          </a:p>
        </p:txBody>
      </p:sp>
    </p:spTree>
    <p:extLst>
      <p:ext uri="{BB962C8B-B14F-4D97-AF65-F5344CB8AC3E}">
        <p14:creationId xmlns:p14="http://schemas.microsoft.com/office/powerpoint/2010/main" val="285306233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/role/roleOf/{id}</a:t>
            </a:r>
          </a:p>
        </p:txBody>
      </p:sp>
      <p:sp>
        <p:nvSpPr>
          <p:cNvPr id="3" name="Content Placeholder 2"/>
          <p:cNvSpPr>
            <a:spLocks noGrp="1"/>
          </p:cNvSpPr>
          <p:nvPr>
            <p:ph idx="1"/>
          </p:nvPr>
        </p:nvSpPr>
        <p:spPr/>
        <p:txBody>
          <a:bodyPr/>
          <a:lstStyle/>
          <a:p>
            <a:r>
              <a:t>Operation ID: getRole</a:t>
            </a:r>
          </a:p>
          <a:p>
            <a:r>
              <a:t>Parameters: id (path)</a:t>
            </a:r>
          </a:p>
          <a:p>
            <a:r>
              <a:t>Responses:</a:t>
            </a:r>
          </a:p>
          <a:p>
            <a:r>
              <a:t>  200: OK</a:t>
            </a:r>
          </a:p>
          <a:p>
            <a:endParaRPr/>
          </a:p>
        </p:txBody>
      </p:sp>
    </p:spTree>
    <p:extLst>
      <p:ext uri="{BB962C8B-B14F-4D97-AF65-F5344CB8AC3E}">
        <p14:creationId xmlns:p14="http://schemas.microsoft.com/office/powerpoint/2010/main" val="320450141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129</TotalTime>
  <Words>2889</Words>
  <Application>Microsoft Office PowerPoint</Application>
  <PresentationFormat>Widescreen</PresentationFormat>
  <Paragraphs>469</Paragraphs>
  <Slides>94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94</vt:i4>
      </vt:variant>
    </vt:vector>
  </HeadingPairs>
  <TitlesOfParts>
    <vt:vector size="98" baseType="lpstr">
      <vt:lpstr>Arial</vt:lpstr>
      <vt:lpstr>Trebuchet MS</vt:lpstr>
      <vt:lpstr>Wingdings 3</vt:lpstr>
      <vt:lpstr>Facet</vt:lpstr>
      <vt:lpstr>Project SDC</vt:lpstr>
      <vt:lpstr>Our Aim: (for cyclists)</vt:lpstr>
      <vt:lpstr>Our Aim :  (for vendors)</vt:lpstr>
      <vt:lpstr>Our Aim :  (for independent business owner)</vt:lpstr>
      <vt:lpstr>Backend API:</vt:lpstr>
      <vt:lpstr>Authentication Controller</vt:lpstr>
      <vt:lpstr>API Documentation: /auth/signup</vt:lpstr>
      <vt:lpstr>API Documentation: /auth/login</vt:lpstr>
      <vt:lpstr>API Documentation:  /auth/forgot-password</vt:lpstr>
      <vt:lpstr>User Controller</vt:lpstr>
      <vt:lpstr>GET /user</vt:lpstr>
      <vt:lpstr>POST /user</vt:lpstr>
      <vt:lpstr>GET /user/{id}</vt:lpstr>
      <vt:lpstr>PUT /user/{id}</vt:lpstr>
      <vt:lpstr>DELETE /user/{id}</vt:lpstr>
      <vt:lpstr>Event Controller</vt:lpstr>
      <vt:lpstr>GET /event</vt:lpstr>
      <vt:lpstr>POST /event</vt:lpstr>
      <vt:lpstr>POST /event/requestSponsor</vt:lpstr>
      <vt:lpstr>GET /event/{id}</vt:lpstr>
      <vt:lpstr>PUT /event/{id}</vt:lpstr>
      <vt:lpstr>DELETE /event/{id}</vt:lpstr>
      <vt:lpstr>GET /event/user/{id}</vt:lpstr>
      <vt:lpstr>GET /event/past</vt:lpstr>
      <vt:lpstr>GET /event/future</vt:lpstr>
      <vt:lpstr>Post Controller</vt:lpstr>
      <vt:lpstr>GET /post/{id}</vt:lpstr>
      <vt:lpstr>PUT /post/{id}</vt:lpstr>
      <vt:lpstr>DELETE /post/{id}</vt:lpstr>
      <vt:lpstr>GET /post</vt:lpstr>
      <vt:lpstr>POST /post</vt:lpstr>
      <vt:lpstr>GET /post/user/{id}</vt:lpstr>
      <vt:lpstr>GET /post/search/{name}</vt:lpstr>
      <vt:lpstr>Comment Controller</vt:lpstr>
      <vt:lpstr>GET /comment/user/{userId}</vt:lpstr>
      <vt:lpstr>GET /comment/post/{postId}</vt:lpstr>
      <vt:lpstr>POST /comment</vt:lpstr>
      <vt:lpstr>GET /comment/{id}</vt:lpstr>
      <vt:lpstr>PUT /comment/{id}</vt:lpstr>
      <vt:lpstr>DELETE /comment/{id}</vt:lpstr>
      <vt:lpstr>Product Controller</vt:lpstr>
      <vt:lpstr>GET /product/{id}</vt:lpstr>
      <vt:lpstr>PUT /product/{id}</vt:lpstr>
      <vt:lpstr>DELETE /product/{id}</vt:lpstr>
      <vt:lpstr>POST /product/new</vt:lpstr>
      <vt:lpstr>GET /product</vt:lpstr>
      <vt:lpstr>GET /product/search/{name}</vt:lpstr>
      <vt:lpstr>Cart Controller</vt:lpstr>
      <vt:lpstr>GET /carts/{id}</vt:lpstr>
      <vt:lpstr>PUT /carts/{id}</vt:lpstr>
      <vt:lpstr>DELETE /carts/{id}</vt:lpstr>
      <vt:lpstr>GET /carts/user/{userId}</vt:lpstr>
      <vt:lpstr>GET /carts</vt:lpstr>
      <vt:lpstr>POST /carts</vt:lpstr>
      <vt:lpstr>Orders Controller</vt:lpstr>
      <vt:lpstr>GET /order/{id}</vt:lpstr>
      <vt:lpstr>PUT /order/{id}</vt:lpstr>
      <vt:lpstr>DELETE /order/{id}</vt:lpstr>
      <vt:lpstr>PUT /order/{id}/status</vt:lpstr>
      <vt:lpstr>GET /order/user/{userId}</vt:lpstr>
      <vt:lpstr>GET /order</vt:lpstr>
      <vt:lpstr>POST /order</vt:lpstr>
      <vt:lpstr>Parcel Controller</vt:lpstr>
      <vt:lpstr>GET /percel/{id}</vt:lpstr>
      <vt:lpstr>PUT /percel/{id}</vt:lpstr>
      <vt:lpstr>DELETE /percel/{id}</vt:lpstr>
      <vt:lpstr>GET /percel</vt:lpstr>
      <vt:lpstr>POST /percel</vt:lpstr>
      <vt:lpstr>GET /percel/sender/{id}</vt:lpstr>
      <vt:lpstr>GET /percel/search/{name}</vt:lpstr>
      <vt:lpstr>GET /percel/rider/{id}</vt:lpstr>
      <vt:lpstr>Rating Controller</vt:lpstr>
      <vt:lpstr>GET /rating/user/{userId}</vt:lpstr>
      <vt:lpstr>GET /rating/product/{id}</vt:lpstr>
      <vt:lpstr>GET /rating</vt:lpstr>
      <vt:lpstr>POST /rating</vt:lpstr>
      <vt:lpstr>Messege Controller</vt:lpstr>
      <vt:lpstr>GET /messege/{id}</vt:lpstr>
      <vt:lpstr>PUT /messege/{id}</vt:lpstr>
      <vt:lpstr>DELETE /messege/{id}</vt:lpstr>
      <vt:lpstr>GET /messege</vt:lpstr>
      <vt:lpstr>POST /messege</vt:lpstr>
      <vt:lpstr>GET /messege/between/{senderId}/{receiverId}</vt:lpstr>
      <vt:lpstr>Bugs Controller</vt:lpstr>
      <vt:lpstr>GET /bugs/{id}</vt:lpstr>
      <vt:lpstr>PUT /bugs/{id}</vt:lpstr>
      <vt:lpstr>DELETE /bugs/{id}</vt:lpstr>
      <vt:lpstr>GET /bugs</vt:lpstr>
      <vt:lpstr>POST /bugs</vt:lpstr>
      <vt:lpstr>Role Controller</vt:lpstr>
      <vt:lpstr>POST /role/remove/{roleName}/from/{id}</vt:lpstr>
      <vt:lpstr>POST /role/assign/{roleName}/to/{id}</vt:lpstr>
      <vt:lpstr>GET /role/{roleName}</vt:lpstr>
      <vt:lpstr>GET /role/roleOf/{id}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zidni khan</dc:creator>
  <cp:lastModifiedBy>zidni khan</cp:lastModifiedBy>
  <cp:revision>1</cp:revision>
  <dcterms:created xsi:type="dcterms:W3CDTF">2025-01-28T18:12:39Z</dcterms:created>
  <dcterms:modified xsi:type="dcterms:W3CDTF">2025-01-28T20:22:26Z</dcterms:modified>
</cp:coreProperties>
</file>